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24"/>
  </p:notesMasterIdLst>
  <p:handoutMasterIdLst>
    <p:handoutMasterId r:id="rId25"/>
  </p:handoutMasterIdLst>
  <p:sldIdLst>
    <p:sldId id="431" r:id="rId5"/>
    <p:sldId id="475" r:id="rId6"/>
    <p:sldId id="494" r:id="rId7"/>
    <p:sldId id="467" r:id="rId8"/>
    <p:sldId id="495" r:id="rId9"/>
    <p:sldId id="492" r:id="rId10"/>
    <p:sldId id="476" r:id="rId11"/>
    <p:sldId id="483" r:id="rId12"/>
    <p:sldId id="468" r:id="rId13"/>
    <p:sldId id="471" r:id="rId14"/>
    <p:sldId id="484" r:id="rId15"/>
    <p:sldId id="485" r:id="rId16"/>
    <p:sldId id="486" r:id="rId17"/>
    <p:sldId id="490" r:id="rId18"/>
    <p:sldId id="488" r:id="rId19"/>
    <p:sldId id="491" r:id="rId20"/>
    <p:sldId id="489" r:id="rId21"/>
    <p:sldId id="493" r:id="rId22"/>
    <p:sldId id="426" r:id="rId23"/>
  </p:sldIdLst>
  <p:sldSz cx="12192000" cy="6858000"/>
  <p:notesSz cx="6858000" cy="9144000"/>
  <p:custDataLst>
    <p:tags r:id="rId26"/>
  </p:custData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main" id="{B876642A-CAE4-49D5-8EEE-113F5705A5F2}">
          <p14:sldIdLst>
            <p14:sldId id="431"/>
            <p14:sldId id="475"/>
            <p14:sldId id="494"/>
            <p14:sldId id="467"/>
            <p14:sldId id="495"/>
            <p14:sldId id="492"/>
            <p14:sldId id="476"/>
            <p14:sldId id="483"/>
            <p14:sldId id="468"/>
            <p14:sldId id="471"/>
            <p14:sldId id="484"/>
            <p14:sldId id="485"/>
            <p14:sldId id="486"/>
            <p14:sldId id="490"/>
            <p14:sldId id="488"/>
            <p14:sldId id="491"/>
            <p14:sldId id="489"/>
            <p14:sldId id="493"/>
            <p14:sldId id="426"/>
          </p14:sldIdLst>
        </p14:section>
        <p14:section name="additional" id="{7C15E6B1-89C8-4AC6-A54C-AADED3436C0D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3657" userDrawn="1">
          <p15:clr>
            <a:srgbClr val="A4A3A4"/>
          </p15:clr>
        </p15:guide>
        <p15:guide id="2" pos="4316" userDrawn="1">
          <p15:clr>
            <a:srgbClr val="A4A3A4"/>
          </p15:clr>
        </p15:guide>
        <p15:guide id="3" pos="606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38DE59C0-D2E6-5359-3858-B17EFBE0237B}" name="Feja, Paul Robert" initials="FPR" userId="S::paul.feja@iwes.fraunhofer.de::2b0febd0-1275-480a-940f-56534d009d4e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  <a:srgbClr val="4ABECA"/>
    <a:srgbClr val="C9CACE"/>
    <a:srgbClr val="DADADA"/>
    <a:srgbClr val="FFFFFF"/>
    <a:srgbClr val="FF9900"/>
    <a:srgbClr val="00779A"/>
    <a:srgbClr val="1C768F"/>
    <a:srgbClr val="09B2AC"/>
    <a:srgbClr val="014A6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C083E6E3-FA7D-4D7B-A595-EF9225AFEA82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083E6E3-FA7D-4D7B-A595-EF9225AFEA82}" styleName="Helle Formatvorlage 1 - Akz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10" autoAdjust="0"/>
    <p:restoredTop sz="95033" autoAdjust="0"/>
  </p:normalViewPr>
  <p:slideViewPr>
    <p:cSldViewPr snapToGrid="0" showGuides="1">
      <p:cViewPr varScale="1">
        <p:scale>
          <a:sx n="65" d="100"/>
          <a:sy n="65" d="100"/>
        </p:scale>
        <p:origin x="732" y="78"/>
      </p:cViewPr>
      <p:guideLst>
        <p:guide orient="horz" pos="3657"/>
        <p:guide pos="4316"/>
        <p:guide pos="606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96" d="100"/>
        <a:sy n="96" d="100"/>
      </p:scale>
      <p:origin x="0" y="0"/>
    </p:cViewPr>
  </p:sorterViewPr>
  <p:notesViewPr>
    <p:cSldViewPr snapToGrid="0">
      <p:cViewPr varScale="1">
        <p:scale>
          <a:sx n="119" d="100"/>
          <a:sy n="119" d="100"/>
        </p:scale>
        <p:origin x="2760" y="8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gs" Target="tags/tag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B028EFDA-A75E-49AB-9C1C-E96D5D82019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89DB3184-593B-4E78-B58C-DA62E4A2A4A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51B798-6D2C-417B-AF46-ECB70983C150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015F87B-7E94-4DDB-9703-3B62B77C5F8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7C9CA73-2501-4D43-9D8D-E09D9E3F3DF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651251-5CB6-4896-AAF1-C5E7C80339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484496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00A665-AB63-487C-A689-A96D5AA0C86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1455821" y="1143000"/>
            <a:ext cx="3946358" cy="2219826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629F0A-9DE2-44AB-9A84-CC28BAF7B3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26656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kern="1200">
        <a:solidFill>
          <a:schemeClr val="accent1"/>
        </a:solidFill>
        <a:latin typeface="+mj-lt"/>
        <a:ea typeface="+mn-ea"/>
        <a:cs typeface="+mn-cs"/>
      </a:defRPr>
    </a:lvl1pPr>
    <a:lvl2pPr marL="180975" indent="-180975" algn="l" defTabSz="914400" rtl="0" eaLnBrk="1" latinLnBrk="0" hangingPunct="1">
      <a:buClr>
        <a:schemeClr val="accent1"/>
      </a:buClr>
      <a:buFont typeface="Wingdings" panose="05000000000000000000" pitchFamily="2" charset="2"/>
      <a:buChar char="§"/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360363" indent="-179388" algn="l" defTabSz="914400" rtl="0" eaLnBrk="1" latinLnBrk="0" hangingPunct="1">
      <a:buClr>
        <a:schemeClr val="bg2"/>
      </a:buClr>
      <a:buFont typeface="Wingdings" panose="05000000000000000000" pitchFamily="2" charset="2"/>
      <a:buChar char="§"/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541338" indent="-180975" algn="l" defTabSz="914400" rtl="0" eaLnBrk="1" latinLnBrk="0" hangingPunct="1">
      <a:buClr>
        <a:schemeClr val="bg2"/>
      </a:buClr>
      <a:buFont typeface="Wingdings" panose="05000000000000000000" pitchFamily="2" charset="2"/>
      <a:buChar char="§"/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722313" indent="-180975" algn="l" defTabSz="914400" rtl="0" eaLnBrk="1" latinLnBrk="0" hangingPunct="1">
      <a:buClr>
        <a:schemeClr val="bg2"/>
      </a:buClr>
      <a:buFont typeface="Wingdings" panose="05000000000000000000" pitchFamily="2" charset="2"/>
      <a:buChar char="§"/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1455738" y="1143000"/>
            <a:ext cx="3946525" cy="2219325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>
              <a:latin typeface="+mn-lt"/>
            </a:endParaRP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629F0A-9DE2-44AB-9A84-CC28BAF7B39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22518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1455738" y="1143000"/>
            <a:ext cx="3946525" cy="2219325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Gusswelle wurde mit ~17,5kNm abgeschätzt.</a:t>
            </a:r>
            <a:br>
              <a:rPr lang="de-DE" dirty="0"/>
            </a:br>
            <a:r>
              <a:rPr lang="de-DE" dirty="0"/>
              <a:t>Wirkungsgrad für Pendel- und Zylinder-rollenlager liegt bei 98-99% </a:t>
            </a:r>
            <a:r>
              <a:rPr lang="de-DE"/>
              <a:t>und für Kegelrollenlager bei 97-98</a:t>
            </a:r>
            <a:r>
              <a:rPr lang="de-DE" dirty="0"/>
              <a:t>%.</a:t>
            </a:r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629F0A-9DE2-44AB-9A84-CC28BAF7B397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67627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1455738" y="1143000"/>
            <a:ext cx="3946525" cy="2219325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>
              <a:latin typeface="+mn-lt"/>
            </a:endParaRP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629F0A-9DE2-44AB-9A84-CC28BAF7B397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46432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5" Type="http://schemas.openxmlformats.org/officeDocument/2006/relationships/image" Target="../media/image3.png"/><Relationship Id="rId4" Type="http://schemas.openxmlformats.org/officeDocument/2006/relationships/image" Target="../media/image1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2.bin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4" Type="http://schemas.openxmlformats.org/officeDocument/2006/relationships/image" Target="../media/image1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4" Type="http://schemas.openxmlformats.org/officeDocument/2006/relationships/image" Target="../media/image1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4" Type="http://schemas.openxmlformats.org/officeDocument/2006/relationships/image" Target="../media/image1.emf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Relationship Id="rId4" Type="http://schemas.openxmlformats.org/officeDocument/2006/relationships/image" Target="../media/image1.emf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Relationship Id="rId4" Type="http://schemas.openxmlformats.org/officeDocument/2006/relationships/image" Target="../media/image1.emf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Relationship Id="rId4" Type="http://schemas.openxmlformats.org/officeDocument/2006/relationships/image" Target="../media/image1.emf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Relationship Id="rId4" Type="http://schemas.openxmlformats.org/officeDocument/2006/relationships/image" Target="../media/image1.emf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Relationship Id="rId4" Type="http://schemas.openxmlformats.org/officeDocument/2006/relationships/image" Target="../media/image1.emf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Relationship Id="rId4" Type="http://schemas.openxmlformats.org/officeDocument/2006/relationships/image" Target="../media/image1.emf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4.xml"/><Relationship Id="rId5" Type="http://schemas.openxmlformats.org/officeDocument/2006/relationships/image" Target="../media/image5.jpeg"/><Relationship Id="rId4" Type="http://schemas.openxmlformats.org/officeDocument/2006/relationships/image" Target="../media/image1.emf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5.xml"/><Relationship Id="rId5" Type="http://schemas.openxmlformats.org/officeDocument/2006/relationships/image" Target="../media/image3.png"/><Relationship Id="rId4" Type="http://schemas.openxmlformats.org/officeDocument/2006/relationships/image" Target="../media/image1.emf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6.xml"/><Relationship Id="rId6" Type="http://schemas.openxmlformats.org/officeDocument/2006/relationships/image" Target="../media/image3.png"/><Relationship Id="rId5" Type="http://schemas.openxmlformats.org/officeDocument/2006/relationships/image" Target="../media/image6.png"/><Relationship Id="rId4" Type="http://schemas.openxmlformats.org/officeDocument/2006/relationships/image" Target="../media/image1.emf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7.xml"/><Relationship Id="rId4" Type="http://schemas.openxmlformats.org/officeDocument/2006/relationships/image" Target="../media/image1.emf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8.xml"/><Relationship Id="rId4" Type="http://schemas.openxmlformats.org/officeDocument/2006/relationships/image" Target="../media/image1.emf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9.xml"/><Relationship Id="rId4" Type="http://schemas.openxmlformats.org/officeDocument/2006/relationships/image" Target="../media/image1.emf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0.xml"/><Relationship Id="rId4" Type="http://schemas.openxmlformats.org/officeDocument/2006/relationships/image" Target="../media/image1.emf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1.xml"/><Relationship Id="rId4" Type="http://schemas.openxmlformats.org/officeDocument/2006/relationships/image" Target="../media/image1.emf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2.xml"/><Relationship Id="rId4" Type="http://schemas.openxmlformats.org/officeDocument/2006/relationships/image" Target="../media/image1.emf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3.xml"/><Relationship Id="rId4" Type="http://schemas.openxmlformats.org/officeDocument/2006/relationships/image" Target="../media/image1.emf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4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13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– große Headline un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Objekt 12" hidden="1">
            <a:extLst>
              <a:ext uri="{FF2B5EF4-FFF2-40B4-BE49-F238E27FC236}">
                <a16:creationId xmlns:a16="http://schemas.microsoft.com/office/drawing/2014/main" id="{FA62D198-8DCD-43B1-ADA0-82CB261CFE4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53090582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4" imgH="345" progId="TCLayout.ActiveDocument.1">
                  <p:embed/>
                </p:oleObj>
              </mc:Choice>
              <mc:Fallback>
                <p:oleObj name="think-cell Folie" r:id="rId3" imgW="344" imgH="345" progId="TCLayout.ActiveDocument.1">
                  <p:embed/>
                  <p:pic>
                    <p:nvPicPr>
                      <p:cNvPr id="13" name="Objekt 12" hidden="1">
                        <a:extLst>
                          <a:ext uri="{FF2B5EF4-FFF2-40B4-BE49-F238E27FC236}">
                            <a16:creationId xmlns:a16="http://schemas.microsoft.com/office/drawing/2014/main" id="{FA62D198-8DCD-43B1-ADA0-82CB261CFE4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6B002FD9-AF19-4ED6-84E1-C634A79B2BA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 noProof="0"/>
              <a:t>Bild durch Klicken auf Symbol hinzufügen</a:t>
            </a:r>
          </a:p>
        </p:txBody>
      </p:sp>
      <p:sp>
        <p:nvSpPr>
          <p:cNvPr id="15" name="Textplatzhalter 14">
            <a:extLst>
              <a:ext uri="{FF2B5EF4-FFF2-40B4-BE49-F238E27FC236}">
                <a16:creationId xmlns:a16="http://schemas.microsoft.com/office/drawing/2014/main" id="{AABB2FBB-BF9E-4D2C-8FD3-E83E6005233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" y="3002996"/>
            <a:ext cx="5916612" cy="2981879"/>
          </a:xfrm>
          <a:gradFill flip="none" rotWithShape="1">
            <a:gsLst>
              <a:gs pos="34000">
                <a:srgbClr val="1D7790">
                  <a:alpha val="95000"/>
                </a:srgbClr>
              </a:gs>
              <a:gs pos="0">
                <a:srgbClr val="014A6B">
                  <a:alpha val="95000"/>
                </a:srgbClr>
              </a:gs>
              <a:gs pos="74000">
                <a:schemeClr val="accent5">
                  <a:lumMod val="90000"/>
                  <a:lumOff val="10000"/>
                  <a:alpha val="95000"/>
                </a:schemeClr>
              </a:gs>
              <a:gs pos="100000">
                <a:srgbClr val="09B2AC">
                  <a:alpha val="95000"/>
                </a:srgbClr>
              </a:gs>
            </a:gsLst>
            <a:path path="circle">
              <a:fillToRect r="100000" b="100000"/>
            </a:path>
            <a:tileRect l="-100000" t="-100000"/>
          </a:gradFill>
        </p:spPr>
        <p:txBody>
          <a:bodyPr lIns="486000" tIns="360000" rIns="360000" bIns="360000" anchor="b">
            <a:sp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1600" b="0">
                <a:solidFill>
                  <a:schemeClr val="bg1"/>
                </a:solidFill>
                <a:latin typeface="+mj-lt"/>
              </a:defRPr>
            </a:lvl1pPr>
            <a:lvl2pPr>
              <a:lnSpc>
                <a:spcPts val="3200"/>
              </a:lnSpc>
              <a:spcAft>
                <a:spcPts val="640"/>
              </a:spcAft>
              <a:defRPr sz="4160" b="0">
                <a:solidFill>
                  <a:schemeClr val="bg1"/>
                </a:solidFill>
                <a:latin typeface="Frutiger LT Com 75 Black" panose="020B0A03040504030204" pitchFamily="34" charset="0"/>
              </a:defRPr>
            </a:lvl2pPr>
            <a:lvl3pPr>
              <a:lnSpc>
                <a:spcPct val="100000"/>
              </a:lnSpc>
              <a:spcAft>
                <a:spcPts val="0"/>
              </a:spcAft>
              <a:defRPr sz="3200" b="0">
                <a:solidFill>
                  <a:schemeClr val="bg1"/>
                </a:solidFill>
                <a:latin typeface="+mn-lt"/>
              </a:defRPr>
            </a:lvl3pPr>
            <a:lvl4pPr marL="0" indent="0">
              <a:lnSpc>
                <a:spcPct val="110000"/>
              </a:lnSpc>
              <a:spcBef>
                <a:spcPts val="2080"/>
              </a:spcBef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4pPr>
            <a:lvl5pPr>
              <a:spcAft>
                <a:spcPts val="0"/>
              </a:spcAft>
              <a:defRPr/>
            </a:lvl5pPr>
          </a:lstStyle>
          <a:p>
            <a:pPr lvl="0"/>
            <a:r>
              <a:rPr lang="de-DE" noProof="0"/>
              <a:t>Datum / Event (optional)</a:t>
            </a:r>
          </a:p>
          <a:p>
            <a:pPr lvl="1"/>
            <a:r>
              <a:rPr lang="de-DE" noProof="0"/>
              <a:t>—</a:t>
            </a:r>
          </a:p>
          <a:p>
            <a:pPr lvl="2"/>
            <a:r>
              <a:rPr lang="de-DE" noProof="0"/>
              <a:t>Headline groß, Frutiger LT Com Light, 32 pt</a:t>
            </a:r>
          </a:p>
          <a:p>
            <a:pPr marL="0" marR="0" lvl="3" indent="0" algn="l" defTabSz="914400" rtl="0" eaLnBrk="1" fontAlgn="auto" latinLnBrk="0" hangingPunct="1">
              <a:lnSpc>
                <a:spcPct val="110000"/>
              </a:lnSpc>
              <a:spcBef>
                <a:spcPts val="208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de-DE" noProof="0"/>
              <a:t>Referent 1 / Referent 2 / Referent 3</a:t>
            </a:r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D968778D-8BC8-464B-A800-1D1791A3726E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1388048" y="7027336"/>
            <a:ext cx="720000" cy="123111"/>
          </a:xfrm>
        </p:spPr>
        <p:txBody>
          <a:bodyPr/>
          <a:lstStyle/>
          <a:p>
            <a:fld id="{18404E2F-0DC3-491D-BBFF-E567024868D0}" type="datetime1">
              <a:rPr lang="de-DE" noProof="0" smtClean="0"/>
              <a:t>02.12.2025</a:t>
            </a:fld>
            <a:endParaRPr lang="de-DE" noProof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75260CBB-BBBF-4BD2-A2B2-E16FB43BCE8E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2297897" y="7027336"/>
            <a:ext cx="2952000" cy="123111"/>
          </a:xfrm>
        </p:spPr>
        <p:txBody>
          <a:bodyPr/>
          <a:lstStyle/>
          <a:p>
            <a:r>
              <a:rPr lang="de-DE" noProof="0"/>
              <a:t>© Fraunhofer IWES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C9F131B-2B68-425B-8FFF-8D359E0D5DD5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479425" y="7027336"/>
            <a:ext cx="720000" cy="123111"/>
          </a:xfrm>
        </p:spPr>
        <p:txBody>
          <a:bodyPr/>
          <a:lstStyle/>
          <a:p>
            <a:r>
              <a:rPr lang="de-DE" noProof="0"/>
              <a:t>Seite </a:t>
            </a:r>
            <a:fld id="{401BA3E4-5E55-4F99-AF09-CC6D6B2539E2}" type="slidenum">
              <a:rPr lang="de-DE" noProof="0" smtClean="0"/>
              <a:pPr/>
              <a:t>‹#›</a:t>
            </a:fld>
            <a:endParaRPr lang="de-DE" noProof="0"/>
          </a:p>
        </p:txBody>
      </p:sp>
      <p:pic>
        <p:nvPicPr>
          <p:cNvPr id="8" name="iwes_rgb_modul">
            <a:extLst>
              <a:ext uri="{FF2B5EF4-FFF2-40B4-BE49-F238E27FC236}">
                <a16:creationId xmlns:a16="http://schemas.microsoft.com/office/drawing/2014/main" id="{B425EC27-3ABE-452C-BF35-8275A8468C04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92575" y="476250"/>
            <a:ext cx="2520000" cy="91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45236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– Co-Bran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ildplatzhalter 13">
            <a:extLst>
              <a:ext uri="{FF2B5EF4-FFF2-40B4-BE49-F238E27FC236}">
                <a16:creationId xmlns:a16="http://schemas.microsoft.com/office/drawing/2014/main" id="{C07BB8D8-3EBB-FE59-58DE-DA642A05D3E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4982" r="-166" b="-25467"/>
          <a:stretch/>
        </p:blipFill>
        <p:spPr bwMode="gray">
          <a:xfrm>
            <a:off x="10272574" y="5985578"/>
            <a:ext cx="1440000" cy="576263"/>
          </a:xfrm>
          <a:prstGeom prst="rect">
            <a:avLst/>
          </a:prstGeom>
          <a:noFill/>
        </p:spPr>
      </p:pic>
      <p:graphicFrame>
        <p:nvGraphicFramePr>
          <p:cNvPr id="13" name="Objekt 12" hidden="1">
            <a:extLst>
              <a:ext uri="{FF2B5EF4-FFF2-40B4-BE49-F238E27FC236}">
                <a16:creationId xmlns:a16="http://schemas.microsoft.com/office/drawing/2014/main" id="{FA62D198-8DCD-43B1-ADA0-82CB261CFE4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9544038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344" imgH="345" progId="TCLayout.ActiveDocument.1">
                  <p:embed/>
                </p:oleObj>
              </mc:Choice>
              <mc:Fallback>
                <p:oleObj name="think-cell Folie" r:id="rId4" imgW="344" imgH="345" progId="TCLayout.ActiveDocument.1">
                  <p:embed/>
                  <p:pic>
                    <p:nvPicPr>
                      <p:cNvPr id="13" name="Objekt 12" hidden="1">
                        <a:extLst>
                          <a:ext uri="{FF2B5EF4-FFF2-40B4-BE49-F238E27FC236}">
                            <a16:creationId xmlns:a16="http://schemas.microsoft.com/office/drawing/2014/main" id="{FA62D198-8DCD-43B1-ADA0-82CB261CFE4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6B002FD9-AF19-4ED6-84E1-C634A79B2BA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457200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 noProof="0"/>
              <a:t>Bild durch Klicken auf Symbol hinzufügen</a:t>
            </a:r>
          </a:p>
        </p:txBody>
      </p:sp>
      <p:sp>
        <p:nvSpPr>
          <p:cNvPr id="15" name="Textplatzhalter 14">
            <a:extLst>
              <a:ext uri="{FF2B5EF4-FFF2-40B4-BE49-F238E27FC236}">
                <a16:creationId xmlns:a16="http://schemas.microsoft.com/office/drawing/2014/main" id="{AABB2FBB-BF9E-4D2C-8FD3-E83E6005233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0" y="2511072"/>
            <a:ext cx="7824783" cy="2994832"/>
          </a:xfrm>
          <a:gradFill flip="none" rotWithShape="1">
            <a:gsLst>
              <a:gs pos="34000">
                <a:srgbClr val="1E7992">
                  <a:alpha val="95000"/>
                </a:srgbClr>
              </a:gs>
              <a:gs pos="0">
                <a:srgbClr val="014A6B">
                  <a:alpha val="95000"/>
                </a:srgbClr>
              </a:gs>
              <a:gs pos="74000">
                <a:schemeClr val="accent5">
                  <a:lumMod val="90000"/>
                  <a:lumOff val="10000"/>
                  <a:alpha val="95000"/>
                </a:schemeClr>
              </a:gs>
              <a:gs pos="100000">
                <a:srgbClr val="09B2AC">
                  <a:alpha val="95000"/>
                </a:srgbClr>
              </a:gs>
            </a:gsLst>
            <a:path path="circle">
              <a:fillToRect r="100000" b="100000"/>
            </a:path>
            <a:tileRect l="-100000" t="-100000"/>
          </a:gradFill>
        </p:spPr>
        <p:txBody>
          <a:bodyPr wrap="square" lIns="486000" tIns="360000" rIns="360000" bIns="360000" anchor="b">
            <a:sp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1600" b="0">
                <a:solidFill>
                  <a:schemeClr val="bg1"/>
                </a:solidFill>
                <a:latin typeface="+mj-lt"/>
              </a:defRPr>
            </a:lvl1pPr>
            <a:lvl2pPr>
              <a:lnSpc>
                <a:spcPts val="3200"/>
              </a:lnSpc>
              <a:spcAft>
                <a:spcPts val="640"/>
              </a:spcAft>
              <a:defRPr sz="4160" b="0">
                <a:solidFill>
                  <a:schemeClr val="bg1"/>
                </a:solidFill>
                <a:latin typeface="Frutiger LT Com 75 Black" panose="020B0A03040504030204" pitchFamily="34" charset="0"/>
              </a:defRPr>
            </a:lvl2pPr>
            <a:lvl3pPr>
              <a:lnSpc>
                <a:spcPct val="100000"/>
              </a:lnSpc>
              <a:spcAft>
                <a:spcPts val="0"/>
              </a:spcAft>
              <a:defRPr sz="3200" b="0">
                <a:solidFill>
                  <a:schemeClr val="bg1"/>
                </a:solidFill>
                <a:latin typeface="+mn-lt"/>
              </a:defRPr>
            </a:lvl3pPr>
            <a:lvl4pPr marL="0" indent="0">
              <a:lnSpc>
                <a:spcPct val="110000"/>
              </a:lnSpc>
              <a:spcBef>
                <a:spcPts val="2080"/>
              </a:spcBef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4pPr>
            <a:lvl5pPr>
              <a:spcAft>
                <a:spcPts val="0"/>
              </a:spcAft>
              <a:defRPr/>
            </a:lvl5pPr>
          </a:lstStyle>
          <a:p>
            <a:pPr lvl="0"/>
            <a:r>
              <a:rPr lang="de-DE" noProof="0"/>
              <a:t>Datum / Event (optional)</a:t>
            </a:r>
          </a:p>
          <a:p>
            <a:pPr lvl="1"/>
            <a:r>
              <a:rPr lang="de-DE" noProof="0"/>
              <a:t>—</a:t>
            </a:r>
          </a:p>
          <a:p>
            <a:pPr lvl="2"/>
            <a:r>
              <a:rPr lang="de-DE" noProof="0"/>
              <a:t>Headline groß, Frutiger LT Com Light, 32 pt</a:t>
            </a:r>
          </a:p>
          <a:p>
            <a:pPr marL="0" marR="0" lvl="3" indent="0" algn="l" defTabSz="914400" rtl="0" eaLnBrk="1" fontAlgn="auto" latinLnBrk="0" hangingPunct="1">
              <a:lnSpc>
                <a:spcPct val="110000"/>
              </a:lnSpc>
              <a:spcBef>
                <a:spcPts val="208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de-DE" noProof="0"/>
              <a:t>Referent 1 / Referent 2 / Referent 3</a:t>
            </a:r>
          </a:p>
        </p:txBody>
      </p:sp>
      <p:sp>
        <p:nvSpPr>
          <p:cNvPr id="20" name="Bildplatzhalter 10">
            <a:extLst>
              <a:ext uri="{FF2B5EF4-FFF2-40B4-BE49-F238E27FC236}">
                <a16:creationId xmlns:a16="http://schemas.microsoft.com/office/drawing/2014/main" id="{D9A13388-3E52-4C85-B633-66186CBEC39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328679" y="5985578"/>
            <a:ext cx="1440000" cy="576263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de-DE" noProof="0"/>
              <a:t>Bild durch Klicken auf Symbol hinzufügen</a:t>
            </a:r>
          </a:p>
        </p:txBody>
      </p:sp>
      <p:sp>
        <p:nvSpPr>
          <p:cNvPr id="21" name="Bildplatzhalter 10">
            <a:extLst>
              <a:ext uri="{FF2B5EF4-FFF2-40B4-BE49-F238E27FC236}">
                <a16:creationId xmlns:a16="http://schemas.microsoft.com/office/drawing/2014/main" id="{06889E6D-D080-44FB-8E6C-678872F3C28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440887" y="5985578"/>
            <a:ext cx="1440000" cy="576263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de-DE" noProof="0"/>
              <a:t>Bild durch Klicken auf Symbol hinzufügen</a:t>
            </a:r>
          </a:p>
        </p:txBody>
      </p:sp>
      <p:sp>
        <p:nvSpPr>
          <p:cNvPr id="22" name="Bildplatzhalter 10">
            <a:extLst>
              <a:ext uri="{FF2B5EF4-FFF2-40B4-BE49-F238E27FC236}">
                <a16:creationId xmlns:a16="http://schemas.microsoft.com/office/drawing/2014/main" id="{733C0CDA-095B-4380-B86D-68651DD59ED7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499735" y="5985578"/>
            <a:ext cx="1440000" cy="576263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de-DE" noProof="0"/>
              <a:t>Bild durch Klicken auf Symbol hinzufügen</a:t>
            </a:r>
          </a:p>
        </p:txBody>
      </p:sp>
      <p:sp>
        <p:nvSpPr>
          <p:cNvPr id="14" name="Datumsplatzhalter 7">
            <a:extLst>
              <a:ext uri="{FF2B5EF4-FFF2-40B4-BE49-F238E27FC236}">
                <a16:creationId xmlns:a16="http://schemas.microsoft.com/office/drawing/2014/main" id="{4AB1F5DC-DE51-3D09-249A-34D0D6D66513}"/>
              </a:ext>
            </a:extLst>
          </p:cNvPr>
          <p:cNvSpPr>
            <a:spLocks noGrp="1"/>
          </p:cNvSpPr>
          <p:nvPr>
            <p:ph type="dt" sz="half" idx="19"/>
          </p:nvPr>
        </p:nvSpPr>
        <p:spPr>
          <a:xfrm>
            <a:off x="1388048" y="6455836"/>
            <a:ext cx="720000" cy="123111"/>
          </a:xfrm>
        </p:spPr>
        <p:txBody>
          <a:bodyPr/>
          <a:lstStyle/>
          <a:p>
            <a:fld id="{84AC2951-09AD-4688-B783-DAE1ADDED63E}" type="datetime1">
              <a:rPr lang="de-DE" noProof="0" smtClean="0"/>
              <a:t>02.12.2025</a:t>
            </a:fld>
            <a:endParaRPr lang="de-DE" noProof="0"/>
          </a:p>
        </p:txBody>
      </p:sp>
      <p:sp>
        <p:nvSpPr>
          <p:cNvPr id="17" name="Copyright Fraunhofer">
            <a:extLst>
              <a:ext uri="{FF2B5EF4-FFF2-40B4-BE49-F238E27FC236}">
                <a16:creationId xmlns:a16="http://schemas.microsoft.com/office/drawing/2014/main" id="{3A11DBB9-8579-1715-D9F0-951F9420B441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2297897" y="6455836"/>
            <a:ext cx="2020103" cy="123111"/>
          </a:xfrm>
        </p:spPr>
        <p:txBody>
          <a:bodyPr/>
          <a:lstStyle/>
          <a:p>
            <a:r>
              <a:rPr lang="de-DE" noProof="0"/>
              <a:t>© Fraunhofer IWES</a:t>
            </a:r>
          </a:p>
        </p:txBody>
      </p:sp>
      <p:sp>
        <p:nvSpPr>
          <p:cNvPr id="18" name="Foliennummernplatzhalter 9">
            <a:extLst>
              <a:ext uri="{FF2B5EF4-FFF2-40B4-BE49-F238E27FC236}">
                <a16:creationId xmlns:a16="http://schemas.microsoft.com/office/drawing/2014/main" id="{21C1E0B0-441E-73D5-FD15-FE190BF28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9425" y="6455836"/>
            <a:ext cx="720000" cy="123111"/>
          </a:xfrm>
        </p:spPr>
        <p:txBody>
          <a:bodyPr/>
          <a:lstStyle/>
          <a:p>
            <a:r>
              <a:rPr lang="de-DE" noProof="0"/>
              <a:t>Seite </a:t>
            </a:r>
            <a:fld id="{401BA3E4-5E55-4F99-AF09-CC6D6B2539E2}" type="slidenum">
              <a:rPr lang="de-DE" noProof="0" smtClean="0"/>
              <a:pPr/>
              <a:t>‹#›</a:t>
            </a:fld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34896524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– 1 Sp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Objekt 10" hidden="1">
            <a:extLst>
              <a:ext uri="{FF2B5EF4-FFF2-40B4-BE49-F238E27FC236}">
                <a16:creationId xmlns:a16="http://schemas.microsoft.com/office/drawing/2014/main" id="{73EB3F1D-68CC-4D42-88C6-FD851995773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1160820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4" imgH="345" progId="TCLayout.ActiveDocument.1">
                  <p:embed/>
                </p:oleObj>
              </mc:Choice>
              <mc:Fallback>
                <p:oleObj name="think-cell Folie" r:id="rId3" imgW="344" imgH="345" progId="TCLayout.ActiveDocument.1">
                  <p:embed/>
                  <p:pic>
                    <p:nvPicPr>
                      <p:cNvPr id="11" name="Objekt 10" hidden="1">
                        <a:extLst>
                          <a:ext uri="{FF2B5EF4-FFF2-40B4-BE49-F238E27FC236}">
                            <a16:creationId xmlns:a16="http://schemas.microsoft.com/office/drawing/2014/main" id="{73EB3F1D-68CC-4D42-88C6-FD851995773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E3E6397C-9FE6-4A0B-87BC-9E26F4233B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de-DE" noProof="0"/>
              <a:t>Mastertitelformat bearbeiten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7242AEA7-0D8C-4AD8-8EEC-63FF8206F7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82B2D-840F-4167-AD44-C02BC9C87CCB}" type="datetime1">
              <a:rPr lang="de-DE" noProof="0" smtClean="0"/>
              <a:t>02.12.2025</a:t>
            </a:fld>
            <a:endParaRPr lang="de-DE" noProof="0"/>
          </a:p>
        </p:txBody>
      </p:sp>
      <p:sp>
        <p:nvSpPr>
          <p:cNvPr id="8" name="Copyright Fraunhofer">
            <a:extLst>
              <a:ext uri="{FF2B5EF4-FFF2-40B4-BE49-F238E27FC236}">
                <a16:creationId xmlns:a16="http://schemas.microsoft.com/office/drawing/2014/main" id="{3BFD0A8D-1DCE-43F0-A5E3-4221FF17E8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noProof="0"/>
              <a:t>© Fraunhofer IWES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C680CF9D-E06C-44A3-9743-D9D200F41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 noProof="0"/>
              <a:t>Seite </a:t>
            </a:r>
            <a:fld id="{401BA3E4-5E55-4F99-AF09-CC6D6B2539E2}" type="slidenum">
              <a:rPr lang="de-DE" noProof="0" smtClean="0"/>
              <a:pPr/>
              <a:t>‹#›</a:t>
            </a:fld>
            <a:endParaRPr lang="de-DE" noProof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08A281D1-4D07-42EA-89AA-EA4C03EDB00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425" y="778321"/>
            <a:ext cx="11233150" cy="318933"/>
          </a:xfrm>
        </p:spPr>
        <p:txBody>
          <a:bodyPr/>
          <a:lstStyle>
            <a:lvl1pPr>
              <a:defRPr sz="2000">
                <a:solidFill>
                  <a:schemeClr val="accent2"/>
                </a:solidFill>
                <a:latin typeface="+mn-lt"/>
              </a:defRPr>
            </a:lvl1pPr>
          </a:lstStyle>
          <a:p>
            <a:pPr lvl="0"/>
            <a:r>
              <a:rPr lang="de-DE" noProof="0"/>
              <a:t>Subline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85573968-5EC4-45D8-B356-9D2C25D2EC6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8199" y="1703388"/>
            <a:ext cx="11233150" cy="2640595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</a:p>
        </p:txBody>
      </p:sp>
      <p:cxnSp>
        <p:nvCxnSpPr>
          <p:cNvPr id="12" name="Gerader Verbinder 11">
            <a:extLst>
              <a:ext uri="{FF2B5EF4-FFF2-40B4-BE49-F238E27FC236}">
                <a16:creationId xmlns:a16="http://schemas.microsoft.com/office/drawing/2014/main" id="{DDB5978E-10CF-4C3D-B9C8-BB7815C50378}"/>
              </a:ext>
            </a:extLst>
          </p:cNvPr>
          <p:cNvCxnSpPr/>
          <p:nvPr userDrawn="1"/>
        </p:nvCxnSpPr>
        <p:spPr bwMode="gray">
          <a:xfrm>
            <a:off x="0" y="6143625"/>
            <a:ext cx="12192000" cy="0"/>
          </a:xfrm>
          <a:prstGeom prst="line">
            <a:avLst/>
          </a:prstGeom>
          <a:ln w="190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381408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– 2 Spal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kt 6" hidden="1">
            <a:extLst>
              <a:ext uri="{FF2B5EF4-FFF2-40B4-BE49-F238E27FC236}">
                <a16:creationId xmlns:a16="http://schemas.microsoft.com/office/drawing/2014/main" id="{2C7AF347-EE19-4A49-ACB3-3F7316F7E1D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4216407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4" imgH="345" progId="TCLayout.ActiveDocument.1">
                  <p:embed/>
                </p:oleObj>
              </mc:Choice>
              <mc:Fallback>
                <p:oleObj name="think-cell Folie" r:id="rId3" imgW="344" imgH="345" progId="TCLayout.ActiveDocument.1">
                  <p:embed/>
                  <p:pic>
                    <p:nvPicPr>
                      <p:cNvPr id="7" name="Objekt 6" hidden="1">
                        <a:extLst>
                          <a:ext uri="{FF2B5EF4-FFF2-40B4-BE49-F238E27FC236}">
                            <a16:creationId xmlns:a16="http://schemas.microsoft.com/office/drawing/2014/main" id="{2C7AF347-EE19-4A49-ACB3-3F7316F7E1D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E3E6397C-9FE6-4A0B-87BC-9E26F4233B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de-DE" noProof="0"/>
              <a:t>Mastertitelformat bearbeiten</a:t>
            </a:r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DDBBD9DA-78F9-4E62-A16F-A3EAEE483A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C2951-09AD-4688-B783-DAE1ADDED63E}" type="datetime1">
              <a:rPr lang="de-DE" noProof="0" smtClean="0"/>
              <a:t>02.12.2025</a:t>
            </a:fld>
            <a:endParaRPr lang="de-DE" noProof="0"/>
          </a:p>
        </p:txBody>
      </p:sp>
      <p:sp>
        <p:nvSpPr>
          <p:cNvPr id="9" name="Copyright Fraunhofer">
            <a:extLst>
              <a:ext uri="{FF2B5EF4-FFF2-40B4-BE49-F238E27FC236}">
                <a16:creationId xmlns:a16="http://schemas.microsoft.com/office/drawing/2014/main" id="{68024DD5-D614-4E40-8330-76F9312A05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noProof="0"/>
              <a:t>© Fraunhofer IWES</a:t>
            </a:r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54063AB9-A95E-44E6-BF4C-CF2983312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 noProof="0"/>
              <a:t>Seite </a:t>
            </a:r>
            <a:fld id="{401BA3E4-5E55-4F99-AF09-CC6D6B2539E2}" type="slidenum">
              <a:rPr lang="de-DE" noProof="0" smtClean="0"/>
              <a:pPr/>
              <a:t>‹#›</a:t>
            </a:fld>
            <a:endParaRPr lang="de-DE" noProof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594FD133-02A3-4CCE-886B-5D61839C10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425" y="778321"/>
            <a:ext cx="11233150" cy="318933"/>
          </a:xfrm>
        </p:spPr>
        <p:txBody>
          <a:bodyPr/>
          <a:lstStyle>
            <a:lvl1pPr>
              <a:defRPr sz="2000">
                <a:solidFill>
                  <a:schemeClr val="accent2"/>
                </a:solidFill>
                <a:latin typeface="+mn-lt"/>
              </a:defRPr>
            </a:lvl1pPr>
          </a:lstStyle>
          <a:p>
            <a:pPr lvl="0"/>
            <a:r>
              <a:rPr lang="de-DE" noProof="0"/>
              <a:t>Subline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7A89D932-8DCF-4ABE-8120-3CC2C601E53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8199" y="1703388"/>
            <a:ext cx="5437188" cy="2640595"/>
          </a:xfrm>
        </p:spPr>
        <p:txBody>
          <a:bodyPr/>
          <a:lstStyle/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77715D3E-BD63-49BD-96CA-087D6CFC2D2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75388" y="1703388"/>
            <a:ext cx="5437187" cy="2640595"/>
          </a:xfrm>
        </p:spPr>
        <p:txBody>
          <a:bodyPr/>
          <a:lstStyle/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</a:p>
        </p:txBody>
      </p:sp>
      <p:cxnSp>
        <p:nvCxnSpPr>
          <p:cNvPr id="12" name="Gerader Verbinder 11">
            <a:extLst>
              <a:ext uri="{FF2B5EF4-FFF2-40B4-BE49-F238E27FC236}">
                <a16:creationId xmlns:a16="http://schemas.microsoft.com/office/drawing/2014/main" id="{1F2B4DB8-028A-4312-94EC-F87989B33B98}"/>
              </a:ext>
            </a:extLst>
          </p:cNvPr>
          <p:cNvCxnSpPr/>
          <p:nvPr userDrawn="1"/>
        </p:nvCxnSpPr>
        <p:spPr bwMode="gray">
          <a:xfrm>
            <a:off x="0" y="6143625"/>
            <a:ext cx="12192000" cy="0"/>
          </a:xfrm>
          <a:prstGeom prst="line">
            <a:avLst/>
          </a:prstGeom>
          <a:ln w="190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54292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53" userDrawn="1">
          <p15:clr>
            <a:srgbClr val="FBAE40"/>
          </p15:clr>
        </p15:guide>
        <p15:guide id="2" pos="3727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– 3 Spal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kt 8" hidden="1">
            <a:extLst>
              <a:ext uri="{FF2B5EF4-FFF2-40B4-BE49-F238E27FC236}">
                <a16:creationId xmlns:a16="http://schemas.microsoft.com/office/drawing/2014/main" id="{19BFEDD4-0A61-4DAA-847E-5542C0836BF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8700351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4" imgH="345" progId="TCLayout.ActiveDocument.1">
                  <p:embed/>
                </p:oleObj>
              </mc:Choice>
              <mc:Fallback>
                <p:oleObj name="think-cell Folie" r:id="rId3" imgW="344" imgH="345" progId="TCLayout.ActiveDocument.1">
                  <p:embed/>
                  <p:pic>
                    <p:nvPicPr>
                      <p:cNvPr id="9" name="Objekt 8" hidden="1">
                        <a:extLst>
                          <a:ext uri="{FF2B5EF4-FFF2-40B4-BE49-F238E27FC236}">
                            <a16:creationId xmlns:a16="http://schemas.microsoft.com/office/drawing/2014/main" id="{19BFEDD4-0A61-4DAA-847E-5542C0836BF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E3E6397C-9FE6-4A0B-87BC-9E26F4233B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de-DE" noProof="0"/>
              <a:t>Mastertitelformat bearbeiten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5A3A3249-3413-4CB5-A695-6373FE3490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25054-8F4D-4B67-8803-E473E83FD8A6}" type="datetime1">
              <a:rPr lang="de-DE" noProof="0" smtClean="0"/>
              <a:t>02.12.2025</a:t>
            </a:fld>
            <a:endParaRPr lang="de-DE" noProof="0"/>
          </a:p>
        </p:txBody>
      </p:sp>
      <p:sp>
        <p:nvSpPr>
          <p:cNvPr id="8" name="Copyright Fraunhofer">
            <a:extLst>
              <a:ext uri="{FF2B5EF4-FFF2-40B4-BE49-F238E27FC236}">
                <a16:creationId xmlns:a16="http://schemas.microsoft.com/office/drawing/2014/main" id="{97173DEC-80BC-41B9-97B7-7718E8E27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noProof="0"/>
              <a:t>© Fraunhofer IWES</a:t>
            </a:r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3BA71267-E3FD-4A93-BE1B-8DD361058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 noProof="0"/>
              <a:t>Seite </a:t>
            </a:r>
            <a:fld id="{401BA3E4-5E55-4F99-AF09-CC6D6B2539E2}" type="slidenum">
              <a:rPr lang="de-DE" noProof="0" smtClean="0"/>
              <a:pPr/>
              <a:t>‹#›</a:t>
            </a:fld>
            <a:endParaRPr lang="de-DE" noProof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841153CC-8B9B-4F23-A87D-CDC7D540D2D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425" y="778321"/>
            <a:ext cx="11233150" cy="319318"/>
          </a:xfrm>
        </p:spPr>
        <p:txBody>
          <a:bodyPr/>
          <a:lstStyle>
            <a:lvl1pPr>
              <a:defRPr sz="2000">
                <a:solidFill>
                  <a:schemeClr val="accent2"/>
                </a:solidFill>
                <a:latin typeface="+mn-lt"/>
              </a:defRPr>
            </a:lvl1pPr>
          </a:lstStyle>
          <a:p>
            <a:pPr lvl="0"/>
            <a:r>
              <a:rPr lang="de-DE" noProof="0"/>
              <a:t>Subline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5AAA71AE-8A22-4F1C-8598-F96615B924D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8199" y="1703388"/>
            <a:ext cx="3492500" cy="2640595"/>
          </a:xfrm>
        </p:spPr>
        <p:txBody>
          <a:bodyPr/>
          <a:lstStyle/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6F587FD1-7E1D-43C5-AEEB-11FB82BEE61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332288" y="1703388"/>
            <a:ext cx="3492500" cy="2640595"/>
          </a:xfrm>
        </p:spPr>
        <p:txBody>
          <a:bodyPr/>
          <a:lstStyle>
            <a:lvl9pPr>
              <a:buAutoNum type="arabicPeriod"/>
              <a:defRPr/>
            </a:lvl9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2D288D47-B1E2-4566-B8EC-6D108A69525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220075" y="1703388"/>
            <a:ext cx="3492500" cy="2740025"/>
          </a:xfrm>
        </p:spPr>
        <p:txBody>
          <a:bodyPr/>
          <a:lstStyle/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</a:p>
        </p:txBody>
      </p:sp>
      <p:cxnSp>
        <p:nvCxnSpPr>
          <p:cNvPr id="12" name="Gerader Verbinder 11">
            <a:extLst>
              <a:ext uri="{FF2B5EF4-FFF2-40B4-BE49-F238E27FC236}">
                <a16:creationId xmlns:a16="http://schemas.microsoft.com/office/drawing/2014/main" id="{514DC46F-0620-4D87-A38F-E9A72803A52C}"/>
              </a:ext>
            </a:extLst>
          </p:cNvPr>
          <p:cNvCxnSpPr/>
          <p:nvPr userDrawn="1"/>
        </p:nvCxnSpPr>
        <p:spPr bwMode="gray">
          <a:xfrm>
            <a:off x="0" y="6143625"/>
            <a:ext cx="12192000" cy="0"/>
          </a:xfrm>
          <a:prstGeom prst="line">
            <a:avLst/>
          </a:prstGeom>
          <a:ln w="190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21823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02" userDrawn="1">
          <p15:clr>
            <a:srgbClr val="FBAE40"/>
          </p15:clr>
        </p15:guide>
        <p15:guide id="2" pos="2729" userDrawn="1">
          <p15:clr>
            <a:srgbClr val="FBAE40"/>
          </p15:clr>
        </p15:guide>
        <p15:guide id="3" pos="4929" userDrawn="1">
          <p15:clr>
            <a:srgbClr val="FBAE40"/>
          </p15:clr>
        </p15:guide>
        <p15:guide id="4" pos="5178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– 4 Spal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kt 6" hidden="1">
            <a:extLst>
              <a:ext uri="{FF2B5EF4-FFF2-40B4-BE49-F238E27FC236}">
                <a16:creationId xmlns:a16="http://schemas.microsoft.com/office/drawing/2014/main" id="{2C7AF347-EE19-4A49-ACB3-3F7316F7E1D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478794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4" imgH="345" progId="TCLayout.ActiveDocument.1">
                  <p:embed/>
                </p:oleObj>
              </mc:Choice>
              <mc:Fallback>
                <p:oleObj name="think-cell Folie" r:id="rId3" imgW="344" imgH="345" progId="TCLayout.ActiveDocument.1">
                  <p:embed/>
                  <p:pic>
                    <p:nvPicPr>
                      <p:cNvPr id="7" name="Objekt 6" hidden="1">
                        <a:extLst>
                          <a:ext uri="{FF2B5EF4-FFF2-40B4-BE49-F238E27FC236}">
                            <a16:creationId xmlns:a16="http://schemas.microsoft.com/office/drawing/2014/main" id="{2C7AF347-EE19-4A49-ACB3-3F7316F7E1D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E3E6397C-9FE6-4A0B-87BC-9E26F4233B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de-DE" noProof="0"/>
              <a:t>Mastertitelformat bearbeiten</a:t>
            </a:r>
          </a:p>
        </p:txBody>
      </p:sp>
      <p:sp>
        <p:nvSpPr>
          <p:cNvPr id="12" name="Datumsplatzhalter 11">
            <a:extLst>
              <a:ext uri="{FF2B5EF4-FFF2-40B4-BE49-F238E27FC236}">
                <a16:creationId xmlns:a16="http://schemas.microsoft.com/office/drawing/2014/main" id="{61F0DBA5-C1B0-44DC-A359-F53055D10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B3568-9F39-45BA-8ABC-B5488CC74074}" type="datetime1">
              <a:rPr lang="de-DE" noProof="0" smtClean="0"/>
              <a:t>02.12.2025</a:t>
            </a:fld>
            <a:endParaRPr lang="de-DE" noProof="0"/>
          </a:p>
        </p:txBody>
      </p:sp>
      <p:sp>
        <p:nvSpPr>
          <p:cNvPr id="13" name="Copyright Fraunhofer">
            <a:extLst>
              <a:ext uri="{FF2B5EF4-FFF2-40B4-BE49-F238E27FC236}">
                <a16:creationId xmlns:a16="http://schemas.microsoft.com/office/drawing/2014/main" id="{3A411D1E-2AF9-4CC5-AEC7-0C6DF157F5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noProof="0"/>
              <a:t>© Fraunhofer IWES</a:t>
            </a:r>
          </a:p>
        </p:txBody>
      </p:sp>
      <p:sp>
        <p:nvSpPr>
          <p:cNvPr id="14" name="Foliennummernplatzhalter 13">
            <a:extLst>
              <a:ext uri="{FF2B5EF4-FFF2-40B4-BE49-F238E27FC236}">
                <a16:creationId xmlns:a16="http://schemas.microsoft.com/office/drawing/2014/main" id="{4828F296-FF06-4CDF-A47F-F729AA31C0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 noProof="0"/>
              <a:t>Seite </a:t>
            </a:r>
            <a:fld id="{401BA3E4-5E55-4F99-AF09-CC6D6B2539E2}" type="slidenum">
              <a:rPr lang="de-DE" noProof="0" smtClean="0"/>
              <a:pPr/>
              <a:t>‹#›</a:t>
            </a:fld>
            <a:endParaRPr lang="de-DE" noProof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8C0110F-2625-4571-AE19-B8D78EAA1F9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425" y="778321"/>
            <a:ext cx="11233150" cy="319318"/>
          </a:xfrm>
        </p:spPr>
        <p:txBody>
          <a:bodyPr/>
          <a:lstStyle>
            <a:lvl1pPr>
              <a:defRPr sz="2000">
                <a:solidFill>
                  <a:schemeClr val="accent2"/>
                </a:solidFill>
                <a:latin typeface="+mn-lt"/>
              </a:defRPr>
            </a:lvl1pPr>
          </a:lstStyle>
          <a:p>
            <a:pPr lvl="0"/>
            <a:r>
              <a:rPr lang="de-DE" noProof="0"/>
              <a:t>Subline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79EF34A9-6B75-4492-8A12-35A87E55C8A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8199" y="1703388"/>
            <a:ext cx="2520950" cy="3180038"/>
          </a:xfrm>
        </p:spPr>
        <p:txBody>
          <a:bodyPr/>
          <a:lstStyle/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2E310D88-98AF-4753-BFFB-0D7937A9728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95663" y="1703388"/>
            <a:ext cx="2520950" cy="2911438"/>
          </a:xfrm>
        </p:spPr>
        <p:txBody>
          <a:bodyPr/>
          <a:lstStyle/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CBED3F47-FB9A-471A-8A6D-C6AC2320A9A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275388" y="1703388"/>
            <a:ext cx="2520950" cy="2911438"/>
          </a:xfrm>
        </p:spPr>
        <p:txBody>
          <a:bodyPr/>
          <a:lstStyle/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</a:p>
        </p:txBody>
      </p:sp>
      <p:sp>
        <p:nvSpPr>
          <p:cNvPr id="15" name="Textplatzhalter 14">
            <a:extLst>
              <a:ext uri="{FF2B5EF4-FFF2-40B4-BE49-F238E27FC236}">
                <a16:creationId xmlns:a16="http://schemas.microsoft.com/office/drawing/2014/main" id="{A4C0EBAA-DEB8-42ED-9FF0-97A1433AEB5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191625" y="1703388"/>
            <a:ext cx="2520950" cy="2911438"/>
          </a:xfrm>
        </p:spPr>
        <p:txBody>
          <a:bodyPr/>
          <a:lstStyle/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</a:p>
        </p:txBody>
      </p:sp>
      <p:cxnSp>
        <p:nvCxnSpPr>
          <p:cNvPr id="16" name="Gerader Verbinder 15">
            <a:extLst>
              <a:ext uri="{FF2B5EF4-FFF2-40B4-BE49-F238E27FC236}">
                <a16:creationId xmlns:a16="http://schemas.microsoft.com/office/drawing/2014/main" id="{B9367943-4431-4CED-98C8-4C1207201E43}"/>
              </a:ext>
            </a:extLst>
          </p:cNvPr>
          <p:cNvCxnSpPr/>
          <p:nvPr userDrawn="1"/>
        </p:nvCxnSpPr>
        <p:spPr bwMode="gray">
          <a:xfrm>
            <a:off x="0" y="6143625"/>
            <a:ext cx="12192000" cy="0"/>
          </a:xfrm>
          <a:prstGeom prst="line">
            <a:avLst/>
          </a:prstGeom>
          <a:ln w="190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470600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53">
          <p15:clr>
            <a:srgbClr val="FBAE40"/>
          </p15:clr>
        </p15:guide>
        <p15:guide id="2" pos="3727">
          <p15:clr>
            <a:srgbClr val="FBAE40"/>
          </p15:clr>
        </p15:guide>
        <p15:guide id="3" pos="2139" userDrawn="1">
          <p15:clr>
            <a:srgbClr val="FBAE40"/>
          </p15:clr>
        </p15:guide>
        <p15:guide id="4" pos="1890" userDrawn="1">
          <p15:clr>
            <a:srgbClr val="FBAE40"/>
          </p15:clr>
        </p15:guide>
        <p15:guide id="5" pos="5541" userDrawn="1">
          <p15:clr>
            <a:srgbClr val="FBAE40"/>
          </p15:clr>
        </p15:guide>
        <p15:guide id="6" pos="579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– 2 Spalten mi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kt 9" hidden="1">
            <a:extLst>
              <a:ext uri="{FF2B5EF4-FFF2-40B4-BE49-F238E27FC236}">
                <a16:creationId xmlns:a16="http://schemas.microsoft.com/office/drawing/2014/main" id="{33CE2A8B-DF0C-4ED8-B188-C82210FB660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4244082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4" imgH="345" progId="TCLayout.ActiveDocument.1">
                  <p:embed/>
                </p:oleObj>
              </mc:Choice>
              <mc:Fallback>
                <p:oleObj name="think-cell Folie" r:id="rId3" imgW="344" imgH="345" progId="TCLayout.ActiveDocument.1">
                  <p:embed/>
                  <p:pic>
                    <p:nvPicPr>
                      <p:cNvPr id="10" name="Objekt 9" hidden="1">
                        <a:extLst>
                          <a:ext uri="{FF2B5EF4-FFF2-40B4-BE49-F238E27FC236}">
                            <a16:creationId xmlns:a16="http://schemas.microsoft.com/office/drawing/2014/main" id="{33CE2A8B-DF0C-4ED8-B188-C82210FB660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4EB5820C-E708-4B83-B2D5-A17747D22EE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047F9E9-11D7-474D-A6DA-3492ADD97332}" type="datetime1">
              <a:rPr lang="de-DE" noProof="0" smtClean="0"/>
              <a:t>02.12.2025</a:t>
            </a:fld>
            <a:endParaRPr lang="de-DE" noProof="0"/>
          </a:p>
        </p:txBody>
      </p:sp>
      <p:sp>
        <p:nvSpPr>
          <p:cNvPr id="11" name="Copyright Fraunhofer">
            <a:extLst>
              <a:ext uri="{FF2B5EF4-FFF2-40B4-BE49-F238E27FC236}">
                <a16:creationId xmlns:a16="http://schemas.microsoft.com/office/drawing/2014/main" id="{D2144230-B8EC-476B-931A-D0CD27889EE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de-DE" noProof="0"/>
              <a:t>© Fraunhofer IWES</a:t>
            </a:r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A1FBFD26-99E1-4A8F-A74A-F6ADF2E2D81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r>
              <a:rPr lang="de-DE" noProof="0"/>
              <a:t>Seite </a:t>
            </a:r>
            <a:fld id="{401BA3E4-5E55-4F99-AF09-CC6D6B2539E2}" type="slidenum">
              <a:rPr lang="de-DE" noProof="0" smtClean="0"/>
              <a:pPr/>
              <a:t>‹#›</a:t>
            </a:fld>
            <a:endParaRPr lang="de-DE" noProof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16DB4C6-EB43-4DAF-85FB-3D5502FB73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" y="395588"/>
            <a:ext cx="5437188" cy="382733"/>
          </a:xfrm>
        </p:spPr>
        <p:txBody>
          <a:bodyPr vert="horz"/>
          <a:lstStyle/>
          <a:p>
            <a:r>
              <a:rPr lang="de-DE" noProof="0"/>
              <a:t>Mastertitelformat bearbeiten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B238F142-8C02-4935-B629-B6251A26C16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9425" y="778321"/>
            <a:ext cx="5437188" cy="318933"/>
          </a:xfrm>
        </p:spPr>
        <p:txBody>
          <a:bodyPr/>
          <a:lstStyle>
            <a:lvl1pPr>
              <a:defRPr sz="2000">
                <a:solidFill>
                  <a:schemeClr val="accent2"/>
                </a:solidFill>
                <a:latin typeface="+mn-lt"/>
              </a:defRPr>
            </a:lvl1pPr>
          </a:lstStyle>
          <a:p>
            <a:pPr lvl="0"/>
            <a:r>
              <a:rPr lang="de-DE" noProof="0"/>
              <a:t>Subline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34FD108-BE77-4119-8953-7B3B60E98A0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78199" y="1703388"/>
            <a:ext cx="5437188" cy="2640595"/>
          </a:xfrm>
        </p:spPr>
        <p:txBody>
          <a:bodyPr/>
          <a:lstStyle/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</a:p>
        </p:txBody>
      </p:sp>
      <p:cxnSp>
        <p:nvCxnSpPr>
          <p:cNvPr id="13" name="Gerader Verbinder 12">
            <a:extLst>
              <a:ext uri="{FF2B5EF4-FFF2-40B4-BE49-F238E27FC236}">
                <a16:creationId xmlns:a16="http://schemas.microsoft.com/office/drawing/2014/main" id="{C38ACFDF-ED26-4CD0-9EE4-1433DB7786FF}"/>
              </a:ext>
            </a:extLst>
          </p:cNvPr>
          <p:cNvCxnSpPr/>
          <p:nvPr userDrawn="1"/>
        </p:nvCxnSpPr>
        <p:spPr bwMode="gray">
          <a:xfrm>
            <a:off x="0" y="6143625"/>
            <a:ext cx="12192000" cy="0"/>
          </a:xfrm>
          <a:prstGeom prst="line">
            <a:avLst/>
          </a:prstGeom>
          <a:ln w="190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Bildplatzhalter 6">
            <a:extLst>
              <a:ext uri="{FF2B5EF4-FFF2-40B4-BE49-F238E27FC236}">
                <a16:creationId xmlns:a16="http://schemas.microsoft.com/office/drawing/2014/main" id="{2593715C-3DC0-4E6F-AC38-9875A9DF0C1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275388" y="0"/>
            <a:ext cx="5916612" cy="6158116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 noProof="0"/>
              <a:t>Bild durch Klicken auf Symbol hinzufügen</a:t>
            </a:r>
          </a:p>
        </p:txBody>
      </p:sp>
    </p:spTree>
    <p:extLst>
      <p:ext uri="{BB962C8B-B14F-4D97-AF65-F5344CB8AC3E}">
        <p14:creationId xmlns:p14="http://schemas.microsoft.com/office/powerpoint/2010/main" val="16788085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53" userDrawn="1">
          <p15:clr>
            <a:srgbClr val="FBAE40"/>
          </p15:clr>
        </p15:guide>
        <p15:guide id="2" pos="3727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– 3 Spalten mi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kt 9" hidden="1">
            <a:extLst>
              <a:ext uri="{FF2B5EF4-FFF2-40B4-BE49-F238E27FC236}">
                <a16:creationId xmlns:a16="http://schemas.microsoft.com/office/drawing/2014/main" id="{D3ED57BE-37A9-4D96-8E88-2396C118622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3180744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4" imgH="345" progId="TCLayout.ActiveDocument.1">
                  <p:embed/>
                </p:oleObj>
              </mc:Choice>
              <mc:Fallback>
                <p:oleObj name="think-cell Folie" r:id="rId3" imgW="344" imgH="345" progId="TCLayout.ActiveDocument.1">
                  <p:embed/>
                  <p:pic>
                    <p:nvPicPr>
                      <p:cNvPr id="10" name="Objekt 9" hidden="1">
                        <a:extLst>
                          <a:ext uri="{FF2B5EF4-FFF2-40B4-BE49-F238E27FC236}">
                            <a16:creationId xmlns:a16="http://schemas.microsoft.com/office/drawing/2014/main" id="{D3ED57BE-37A9-4D96-8E88-2396C118622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3A55FE10-1600-4EC9-BD53-2AD0F1FF5A2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B09DD79-ED55-4B70-88EA-06391A367C88}" type="datetime1">
              <a:rPr lang="de-DE" noProof="0" smtClean="0"/>
              <a:t>02.12.2025</a:t>
            </a:fld>
            <a:endParaRPr lang="de-DE" noProof="0"/>
          </a:p>
        </p:txBody>
      </p:sp>
      <p:sp>
        <p:nvSpPr>
          <p:cNvPr id="11" name="Copyright Fraunhofer">
            <a:extLst>
              <a:ext uri="{FF2B5EF4-FFF2-40B4-BE49-F238E27FC236}">
                <a16:creationId xmlns:a16="http://schemas.microsoft.com/office/drawing/2014/main" id="{3F46C379-14E1-4C3E-81B3-2514BD91D65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de-DE" noProof="0"/>
              <a:t>© Fraunhofer IWES</a:t>
            </a:r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1983DEDE-C1BC-4CFF-B990-BF9CE174A58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r>
              <a:rPr lang="de-DE" noProof="0"/>
              <a:t>Seite </a:t>
            </a:r>
            <a:fld id="{401BA3E4-5E55-4F99-AF09-CC6D6B2539E2}" type="slidenum">
              <a:rPr lang="de-DE" noProof="0" smtClean="0"/>
              <a:pPr/>
              <a:t>‹#›</a:t>
            </a:fld>
            <a:endParaRPr lang="de-DE" noProof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3CF28B4-14C0-46CF-91E6-E56862CBC6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" y="395588"/>
            <a:ext cx="7345363" cy="382733"/>
          </a:xfrm>
        </p:spPr>
        <p:txBody>
          <a:bodyPr vert="horz"/>
          <a:lstStyle/>
          <a:p>
            <a:r>
              <a:rPr lang="de-DE" noProof="0"/>
              <a:t>Mastertitelformat bearbeiten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BEE1F331-B496-4BC0-8505-F35F3C57A21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9425" y="778321"/>
            <a:ext cx="7345363" cy="319318"/>
          </a:xfrm>
        </p:spPr>
        <p:txBody>
          <a:bodyPr/>
          <a:lstStyle>
            <a:lvl1pPr>
              <a:defRPr sz="2000">
                <a:solidFill>
                  <a:schemeClr val="accent2"/>
                </a:solidFill>
                <a:latin typeface="+mn-lt"/>
              </a:defRPr>
            </a:lvl1pPr>
          </a:lstStyle>
          <a:p>
            <a:pPr lvl="0"/>
            <a:r>
              <a:rPr lang="de-DE" noProof="0"/>
              <a:t>Subline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B813626-B371-440A-B685-32C75971336E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78199" y="1703388"/>
            <a:ext cx="3492500" cy="2640595"/>
          </a:xfrm>
        </p:spPr>
        <p:txBody>
          <a:bodyPr/>
          <a:lstStyle/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E2D2D81B-2964-4DEB-9973-66C95A1B000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332288" y="1703388"/>
            <a:ext cx="3492500" cy="2619375"/>
          </a:xfrm>
        </p:spPr>
        <p:txBody>
          <a:bodyPr/>
          <a:lstStyle/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</a:p>
        </p:txBody>
      </p:sp>
      <p:cxnSp>
        <p:nvCxnSpPr>
          <p:cNvPr id="13" name="Gerader Verbinder 12">
            <a:extLst>
              <a:ext uri="{FF2B5EF4-FFF2-40B4-BE49-F238E27FC236}">
                <a16:creationId xmlns:a16="http://schemas.microsoft.com/office/drawing/2014/main" id="{DDD02E61-40A2-44BC-8CE9-FF1153C2E73A}"/>
              </a:ext>
            </a:extLst>
          </p:cNvPr>
          <p:cNvCxnSpPr/>
          <p:nvPr userDrawn="1"/>
        </p:nvCxnSpPr>
        <p:spPr bwMode="gray">
          <a:xfrm>
            <a:off x="0" y="6143625"/>
            <a:ext cx="12192000" cy="0"/>
          </a:xfrm>
          <a:prstGeom prst="line">
            <a:avLst/>
          </a:prstGeom>
          <a:ln w="190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Bildplatzhalter 6">
            <a:extLst>
              <a:ext uri="{FF2B5EF4-FFF2-40B4-BE49-F238E27FC236}">
                <a16:creationId xmlns:a16="http://schemas.microsoft.com/office/drawing/2014/main" id="{61458B9F-36A1-41C9-BED5-48660CBF7B3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220075" y="0"/>
            <a:ext cx="3971925" cy="6158116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 noProof="0"/>
              <a:t>Bild durch Klicken auf Symbol hinzufügen</a:t>
            </a:r>
          </a:p>
        </p:txBody>
      </p:sp>
    </p:spTree>
    <p:extLst>
      <p:ext uri="{BB962C8B-B14F-4D97-AF65-F5344CB8AC3E}">
        <p14:creationId xmlns:p14="http://schemas.microsoft.com/office/powerpoint/2010/main" val="4045848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02" userDrawn="1">
          <p15:clr>
            <a:srgbClr val="FBAE40"/>
          </p15:clr>
        </p15:guide>
        <p15:guide id="2" pos="2729" userDrawn="1">
          <p15:clr>
            <a:srgbClr val="FBAE40"/>
          </p15:clr>
        </p15:guide>
        <p15:guide id="3" pos="4929" userDrawn="1">
          <p15:clr>
            <a:srgbClr val="FBAE40"/>
          </p15:clr>
        </p15:guide>
        <p15:guide id="4" pos="5178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– 1 Spalte | Aufzählung, Quellenangab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Objekt 10" hidden="1">
            <a:extLst>
              <a:ext uri="{FF2B5EF4-FFF2-40B4-BE49-F238E27FC236}">
                <a16:creationId xmlns:a16="http://schemas.microsoft.com/office/drawing/2014/main" id="{73EB3F1D-68CC-4D42-88C6-FD851995773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29929240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4" imgH="345" progId="TCLayout.ActiveDocument.1">
                  <p:embed/>
                </p:oleObj>
              </mc:Choice>
              <mc:Fallback>
                <p:oleObj name="think-cell Folie" r:id="rId3" imgW="344" imgH="345" progId="TCLayout.ActiveDocument.1">
                  <p:embed/>
                  <p:pic>
                    <p:nvPicPr>
                      <p:cNvPr id="11" name="Objekt 10" hidden="1">
                        <a:extLst>
                          <a:ext uri="{FF2B5EF4-FFF2-40B4-BE49-F238E27FC236}">
                            <a16:creationId xmlns:a16="http://schemas.microsoft.com/office/drawing/2014/main" id="{73EB3F1D-68CC-4D42-88C6-FD851995773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E3E6397C-9FE6-4A0B-87BC-9E26F4233B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de-DE" noProof="0"/>
              <a:t>Mastertitelformat bearbeiten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7242AEA7-0D8C-4AD8-8EEC-63FF8206F7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1443C-B870-41CA-8630-426F79C7DA41}" type="datetime1">
              <a:rPr lang="de-DE" noProof="0" smtClean="0"/>
              <a:t>02.12.2025</a:t>
            </a:fld>
            <a:endParaRPr lang="de-DE" noProof="0"/>
          </a:p>
        </p:txBody>
      </p:sp>
      <p:sp>
        <p:nvSpPr>
          <p:cNvPr id="8" name="Copyright Fraunhofer">
            <a:extLst>
              <a:ext uri="{FF2B5EF4-FFF2-40B4-BE49-F238E27FC236}">
                <a16:creationId xmlns:a16="http://schemas.microsoft.com/office/drawing/2014/main" id="{3BFD0A8D-1DCE-43F0-A5E3-4221FF17E8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noProof="0"/>
              <a:t>© Fraunhofer IWES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C680CF9D-E06C-44A3-9743-D9D200F41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 noProof="0"/>
              <a:t>Seite </a:t>
            </a:r>
            <a:fld id="{401BA3E4-5E55-4F99-AF09-CC6D6B2539E2}" type="slidenum">
              <a:rPr lang="de-DE" noProof="0" smtClean="0"/>
              <a:pPr/>
              <a:t>‹#›</a:t>
            </a:fld>
            <a:endParaRPr lang="de-DE" noProof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08A281D1-4D07-42EA-89AA-EA4C03EDB00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425" y="778321"/>
            <a:ext cx="11233150" cy="318933"/>
          </a:xfrm>
        </p:spPr>
        <p:txBody>
          <a:bodyPr/>
          <a:lstStyle>
            <a:lvl1pPr>
              <a:defRPr sz="2000">
                <a:solidFill>
                  <a:schemeClr val="accent2"/>
                </a:solidFill>
                <a:latin typeface="+mn-lt"/>
              </a:defRPr>
            </a:lvl1pPr>
          </a:lstStyle>
          <a:p>
            <a:pPr lvl="0"/>
            <a:r>
              <a:rPr lang="de-DE" noProof="0"/>
              <a:t>Subline</a:t>
            </a:r>
          </a:p>
        </p:txBody>
      </p:sp>
      <p:cxnSp>
        <p:nvCxnSpPr>
          <p:cNvPr id="12" name="Gerader Verbinder 11">
            <a:extLst>
              <a:ext uri="{FF2B5EF4-FFF2-40B4-BE49-F238E27FC236}">
                <a16:creationId xmlns:a16="http://schemas.microsoft.com/office/drawing/2014/main" id="{07C3918E-65F5-41B2-A8DD-DF6504BF844D}"/>
              </a:ext>
            </a:extLst>
          </p:cNvPr>
          <p:cNvCxnSpPr/>
          <p:nvPr userDrawn="1"/>
        </p:nvCxnSpPr>
        <p:spPr bwMode="gray">
          <a:xfrm>
            <a:off x="0" y="6143625"/>
            <a:ext cx="12192000" cy="0"/>
          </a:xfrm>
          <a:prstGeom prst="line">
            <a:avLst/>
          </a:prstGeom>
          <a:ln w="190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feld 14">
            <a:extLst>
              <a:ext uri="{FF2B5EF4-FFF2-40B4-BE49-F238E27FC236}">
                <a16:creationId xmlns:a16="http://schemas.microsoft.com/office/drawing/2014/main" id="{9251B154-C519-91A0-B570-5E6FAA20AA47}"/>
              </a:ext>
            </a:extLst>
          </p:cNvPr>
          <p:cNvSpPr txBox="1"/>
          <p:nvPr userDrawn="1"/>
        </p:nvSpPr>
        <p:spPr>
          <a:xfrm>
            <a:off x="479425" y="5883980"/>
            <a:ext cx="123375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Clr>
                <a:schemeClr val="accent1"/>
              </a:buClr>
              <a:buFontTx/>
              <a:buNone/>
            </a:pPr>
            <a:r>
              <a:rPr lang="de-DE" sz="800" noProof="0">
                <a:latin typeface="+mn-lt"/>
              </a:rPr>
              <a:t>Quelle: </a:t>
            </a:r>
          </a:p>
        </p:txBody>
      </p:sp>
      <p:sp>
        <p:nvSpPr>
          <p:cNvPr id="23" name="Textplatzhalter 22">
            <a:extLst>
              <a:ext uri="{FF2B5EF4-FFF2-40B4-BE49-F238E27FC236}">
                <a16:creationId xmlns:a16="http://schemas.microsoft.com/office/drawing/2014/main" id="{D07B19BE-38EE-3E7C-7798-F113A5C0742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39425" y="5883980"/>
            <a:ext cx="2416175" cy="127727"/>
          </a:xfrm>
        </p:spPr>
        <p:txBody>
          <a:bodyPr anchor="b"/>
          <a:lstStyle>
            <a:lvl1pPr>
              <a:lnSpc>
                <a:spcPct val="100000"/>
              </a:lnSpc>
              <a:buFontTx/>
              <a:buNone/>
              <a:defRPr sz="800">
                <a:solidFill>
                  <a:schemeClr val="tx1"/>
                </a:solidFill>
                <a:latin typeface="+mn-lt"/>
              </a:defRPr>
            </a:lvl1pPr>
            <a:lvl2pPr>
              <a:buFontTx/>
              <a:buNone/>
              <a:defRPr sz="800">
                <a:solidFill>
                  <a:schemeClr val="tx1"/>
                </a:solidFill>
                <a:latin typeface="+mn-lt"/>
              </a:defRPr>
            </a:lvl2pPr>
            <a:lvl3pPr>
              <a:buFontTx/>
              <a:buNone/>
              <a:defRPr sz="800">
                <a:solidFill>
                  <a:schemeClr val="tx1"/>
                </a:solidFill>
                <a:latin typeface="+mn-lt"/>
              </a:defRPr>
            </a:lvl3pPr>
            <a:lvl4pPr marL="0" indent="0">
              <a:buFontTx/>
              <a:buNone/>
              <a:defRPr sz="800">
                <a:solidFill>
                  <a:schemeClr val="tx1"/>
                </a:solidFill>
                <a:latin typeface="+mn-lt"/>
              </a:defRPr>
            </a:lvl4pPr>
            <a:lvl5pPr marL="180000" indent="0">
              <a:buFontTx/>
              <a:buNone/>
              <a:defRPr sz="80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de-DE" noProof="0"/>
              <a:t>Mastertextformat bearbeiten</a:t>
            </a:r>
          </a:p>
        </p:txBody>
      </p:sp>
      <p:sp>
        <p:nvSpPr>
          <p:cNvPr id="31" name="Textplatzhalter 22">
            <a:extLst>
              <a:ext uri="{FF2B5EF4-FFF2-40B4-BE49-F238E27FC236}">
                <a16:creationId xmlns:a16="http://schemas.microsoft.com/office/drawing/2014/main" id="{4C3064F3-732B-73B6-96DC-5C217212EFD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79423" y="1700212"/>
            <a:ext cx="11233149" cy="803297"/>
          </a:xfrm>
        </p:spPr>
        <p:txBody>
          <a:bodyPr anchor="t"/>
          <a:lstStyle>
            <a:lvl1pPr marL="177800" indent="-177800">
              <a:lnSpc>
                <a:spcPct val="100000"/>
              </a:lnSpc>
              <a:spcAft>
                <a:spcPts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+mn-lt"/>
              </a:defRPr>
            </a:lvl1pPr>
            <a:lvl2pPr marL="357188" indent="-179388">
              <a:spcAft>
                <a:spcPts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+mn-lt"/>
              </a:defRPr>
            </a:lvl2pPr>
            <a:lvl3pPr>
              <a:buFontTx/>
              <a:buNone/>
              <a:defRPr sz="800">
                <a:solidFill>
                  <a:schemeClr val="tx1"/>
                </a:solidFill>
                <a:latin typeface="+mn-lt"/>
              </a:defRPr>
            </a:lvl3pPr>
            <a:lvl4pPr marL="0" indent="0">
              <a:buFontTx/>
              <a:buNone/>
              <a:defRPr sz="800">
                <a:solidFill>
                  <a:schemeClr val="tx1"/>
                </a:solidFill>
                <a:latin typeface="+mn-lt"/>
              </a:defRPr>
            </a:lvl4pPr>
            <a:lvl5pPr marL="180000" indent="0">
              <a:buFontTx/>
              <a:buNone/>
              <a:defRPr sz="80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</p:txBody>
      </p:sp>
    </p:spTree>
    <p:extLst>
      <p:ext uri="{BB962C8B-B14F-4D97-AF65-F5344CB8AC3E}">
        <p14:creationId xmlns:p14="http://schemas.microsoft.com/office/powerpoint/2010/main" val="288107656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– 2 Spalten mit Infokas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kt 8" hidden="1">
            <a:extLst>
              <a:ext uri="{FF2B5EF4-FFF2-40B4-BE49-F238E27FC236}">
                <a16:creationId xmlns:a16="http://schemas.microsoft.com/office/drawing/2014/main" id="{3DC8D38B-C18B-45D1-977E-43D6AADFE72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722098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4" imgH="345" progId="TCLayout.ActiveDocument.1">
                  <p:embed/>
                </p:oleObj>
              </mc:Choice>
              <mc:Fallback>
                <p:oleObj name="think-cell Folie" r:id="rId3" imgW="344" imgH="345" progId="TCLayout.ActiveDocument.1">
                  <p:embed/>
                  <p:pic>
                    <p:nvPicPr>
                      <p:cNvPr id="9" name="Objekt 8" hidden="1">
                        <a:extLst>
                          <a:ext uri="{FF2B5EF4-FFF2-40B4-BE49-F238E27FC236}">
                            <a16:creationId xmlns:a16="http://schemas.microsoft.com/office/drawing/2014/main" id="{3DC8D38B-C18B-45D1-977E-43D6AADFE72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E3E6397C-9FE6-4A0B-87BC-9E26F4233B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de-DE" noProof="0"/>
              <a:t>Mastertitelformat bearbeiten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B6B3DBCD-172B-459C-8C97-521B9602874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1700213"/>
            <a:ext cx="5916613" cy="4284662"/>
          </a:xfrm>
          <a:gradFill flip="none" rotWithShape="1">
            <a:gsLst>
              <a:gs pos="34000">
                <a:srgbClr val="1E7992">
                  <a:alpha val="95000"/>
                </a:srgbClr>
              </a:gs>
              <a:gs pos="0">
                <a:srgbClr val="014A6B">
                  <a:alpha val="95000"/>
                </a:srgbClr>
              </a:gs>
              <a:gs pos="74000">
                <a:schemeClr val="accent5">
                  <a:lumMod val="90000"/>
                  <a:lumOff val="10000"/>
                  <a:alpha val="95000"/>
                </a:schemeClr>
              </a:gs>
              <a:gs pos="100000">
                <a:srgbClr val="09B2AC">
                  <a:alpha val="95000"/>
                </a:srgbClr>
              </a:gs>
            </a:gsLst>
            <a:path path="circle">
              <a:fillToRect r="100000" b="100000"/>
            </a:path>
            <a:tileRect l="-100000" t="-100000"/>
          </a:gradFill>
        </p:spPr>
        <p:txBody>
          <a:bodyPr lIns="486000" tIns="288000" rIns="288000" bIns="288000" numCol="1" spcCol="360000">
            <a:noAutofit/>
          </a:bodyPr>
          <a:lstStyle>
            <a:lvl1pPr>
              <a:spcAft>
                <a:spcPts val="0"/>
              </a:spcAft>
              <a:defRPr>
                <a:solidFill>
                  <a:schemeClr val="bg1"/>
                </a:solidFill>
              </a:defRPr>
            </a:lvl1pPr>
            <a:lvl2pPr>
              <a:lnSpc>
                <a:spcPts val="1800"/>
              </a:lnSpc>
              <a:spcAft>
                <a:spcPts val="600"/>
              </a:spcAft>
              <a:defRPr sz="2080" b="0">
                <a:solidFill>
                  <a:schemeClr val="bg1"/>
                </a:solidFill>
                <a:latin typeface="Frutiger LT Com 75 Black" panose="020B0A03040504030204" pitchFamily="34" charset="0"/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  <a:lvl6pPr>
              <a:buClr>
                <a:schemeClr val="bg1"/>
              </a:buClr>
              <a:defRPr>
                <a:solidFill>
                  <a:schemeClr val="bg1"/>
                </a:solidFill>
              </a:defRPr>
            </a:lvl6pPr>
            <a:lvl7pPr>
              <a:buClr>
                <a:schemeClr val="bg1"/>
              </a:buClr>
              <a:defRPr>
                <a:solidFill>
                  <a:schemeClr val="bg1"/>
                </a:solidFill>
              </a:defRPr>
            </a:lvl7pPr>
            <a:lvl8pPr>
              <a:buClr>
                <a:schemeClr val="bg1"/>
              </a:buClr>
              <a:buAutoNum type="arabicPeriod"/>
              <a:defRPr>
                <a:solidFill>
                  <a:schemeClr val="bg1"/>
                </a:solidFill>
              </a:defRPr>
            </a:lvl8pPr>
            <a:lvl9pPr>
              <a:buClr>
                <a:schemeClr val="bg1"/>
              </a:buCl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Mastertextformat bearbeiten</a:t>
            </a:r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74F9B75C-F431-4271-A789-357B552F17E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75388" y="1700213"/>
            <a:ext cx="5437187" cy="2640595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C7C33152-44C8-4D5F-8A14-F5A77C4509AD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D4E2D0BE-C1C0-4F7D-8CA3-1AB441DBDBE6}" type="datetime1">
              <a:rPr lang="de-DE" noProof="0" smtClean="0"/>
              <a:t>02.12.2025</a:t>
            </a:fld>
            <a:endParaRPr lang="de-DE" noProof="0"/>
          </a:p>
        </p:txBody>
      </p:sp>
      <p:sp>
        <p:nvSpPr>
          <p:cNvPr id="10" name="Copyright Fraunhofer">
            <a:extLst>
              <a:ext uri="{FF2B5EF4-FFF2-40B4-BE49-F238E27FC236}">
                <a16:creationId xmlns:a16="http://schemas.microsoft.com/office/drawing/2014/main" id="{E4293628-7C4E-4B40-9C44-4455388844A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 noProof="0"/>
              <a:t>© Fraunhofer IWES</a:t>
            </a:r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82CBCEFF-ED55-43F4-840E-11635FF54F1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r>
              <a:rPr lang="de-DE" noProof="0"/>
              <a:t>Seite </a:t>
            </a:r>
            <a:fld id="{401BA3E4-5E55-4F99-AF09-CC6D6B2539E2}" type="slidenum">
              <a:rPr lang="de-DE" noProof="0" smtClean="0"/>
              <a:pPr/>
              <a:t>‹#›</a:t>
            </a:fld>
            <a:endParaRPr lang="de-DE" noProof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870EAC44-6B23-48D7-9382-254ECE95C3B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79425" y="778321"/>
            <a:ext cx="11233150" cy="319318"/>
          </a:xfrm>
        </p:spPr>
        <p:txBody>
          <a:bodyPr/>
          <a:lstStyle>
            <a:lvl1pPr>
              <a:defRPr sz="2000">
                <a:solidFill>
                  <a:schemeClr val="accent2"/>
                </a:solidFill>
                <a:latin typeface="+mn-lt"/>
              </a:defRPr>
            </a:lvl1pPr>
          </a:lstStyle>
          <a:p>
            <a:pPr lvl="0"/>
            <a:r>
              <a:rPr lang="de-DE" noProof="0"/>
              <a:t>Subline</a:t>
            </a:r>
          </a:p>
        </p:txBody>
      </p:sp>
      <p:cxnSp>
        <p:nvCxnSpPr>
          <p:cNvPr id="13" name="Gerader Verbinder 12">
            <a:extLst>
              <a:ext uri="{FF2B5EF4-FFF2-40B4-BE49-F238E27FC236}">
                <a16:creationId xmlns:a16="http://schemas.microsoft.com/office/drawing/2014/main" id="{F97D5047-0DD6-45E6-955B-4386183D719E}"/>
              </a:ext>
            </a:extLst>
          </p:cNvPr>
          <p:cNvCxnSpPr/>
          <p:nvPr userDrawn="1"/>
        </p:nvCxnSpPr>
        <p:spPr bwMode="gray">
          <a:xfrm>
            <a:off x="0" y="6143625"/>
            <a:ext cx="12192000" cy="0"/>
          </a:xfrm>
          <a:prstGeom prst="line">
            <a:avLst/>
          </a:prstGeom>
          <a:ln w="190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2865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53" userDrawn="1">
          <p15:clr>
            <a:srgbClr val="FBAE40"/>
          </p15:clr>
        </p15:guide>
        <p15:guide id="2" pos="3727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itat he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kt 5" hidden="1">
            <a:extLst>
              <a:ext uri="{FF2B5EF4-FFF2-40B4-BE49-F238E27FC236}">
                <a16:creationId xmlns:a16="http://schemas.microsoft.com/office/drawing/2014/main" id="{5BAB6549-3007-4962-B8D4-52ECE482311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5182401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4" imgH="345" progId="TCLayout.ActiveDocument.1">
                  <p:embed/>
                </p:oleObj>
              </mc:Choice>
              <mc:Fallback>
                <p:oleObj name="think-cell Folie" r:id="rId3" imgW="344" imgH="345" progId="TCLayout.ActiveDocument.1">
                  <p:embed/>
                  <p:pic>
                    <p:nvPicPr>
                      <p:cNvPr id="6" name="Objekt 5" hidden="1">
                        <a:extLst>
                          <a:ext uri="{FF2B5EF4-FFF2-40B4-BE49-F238E27FC236}">
                            <a16:creationId xmlns:a16="http://schemas.microsoft.com/office/drawing/2014/main" id="{5BAB6549-3007-4962-B8D4-52ECE482311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Rechteck 21">
            <a:extLst>
              <a:ext uri="{FF2B5EF4-FFF2-40B4-BE49-F238E27FC236}">
                <a16:creationId xmlns:a16="http://schemas.microsoft.com/office/drawing/2014/main" id="{30FDEE22-4D74-4924-86C5-CF41B7A9F583}"/>
              </a:ext>
            </a:extLst>
          </p:cNvPr>
          <p:cNvSpPr/>
          <p:nvPr userDrawn="1"/>
        </p:nvSpPr>
        <p:spPr bwMode="gray">
          <a:xfrm>
            <a:off x="479425" y="1206230"/>
            <a:ext cx="473886" cy="87549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180000" indent="-180000" algn="l">
              <a:lnSpc>
                <a:spcPts val="1960"/>
              </a:lnSpc>
              <a:buClr>
                <a:schemeClr val="accent1"/>
              </a:buClr>
              <a:buFont typeface="Wingdings" panose="05000000000000000000" pitchFamily="2" charset="2"/>
              <a:buChar char="§"/>
            </a:pPr>
            <a:endParaRPr lang="de-DE" sz="1400" noProof="0">
              <a:solidFill>
                <a:schemeClr val="tx1"/>
              </a:solidFill>
            </a:endParaRPr>
          </a:p>
        </p:txBody>
      </p:sp>
      <p:sp>
        <p:nvSpPr>
          <p:cNvPr id="32" name="Textplatzhalter 31">
            <a:extLst>
              <a:ext uri="{FF2B5EF4-FFF2-40B4-BE49-F238E27FC236}">
                <a16:creationId xmlns:a16="http://schemas.microsoft.com/office/drawing/2014/main" id="{19260903-BB55-4E18-8A26-9490D566EEA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425" y="1826785"/>
            <a:ext cx="11233150" cy="1205330"/>
          </a:xfrm>
        </p:spPr>
        <p:txBody>
          <a:bodyPr/>
          <a:lstStyle>
            <a:lvl1pPr>
              <a:lnSpc>
                <a:spcPct val="110000"/>
              </a:lnSpc>
              <a:spcAft>
                <a:spcPts val="0"/>
              </a:spcAft>
              <a:defRPr sz="4400">
                <a:solidFill>
                  <a:schemeClr val="accent2"/>
                </a:solidFill>
                <a:latin typeface="Frutiger LT Com 65 Bold" panose="020B0803030504020204" pitchFamily="34" charset="0"/>
              </a:defRPr>
            </a:lvl1pPr>
            <a:lvl2pPr algn="r">
              <a:lnSpc>
                <a:spcPct val="110000"/>
              </a:lnSpc>
              <a:spcAft>
                <a:spcPts val="0"/>
              </a:spcAft>
              <a:defRPr sz="1400">
                <a:solidFill>
                  <a:schemeClr val="accent2"/>
                </a:solidFill>
                <a:latin typeface="+mj-lt"/>
              </a:defRPr>
            </a:lvl2pPr>
            <a:lvl3pPr algn="r">
              <a:lnSpc>
                <a:spcPct val="110000"/>
              </a:lnSpc>
              <a:spcAft>
                <a:spcPts val="0"/>
              </a:spcAft>
              <a:defRPr b="0">
                <a:solidFill>
                  <a:schemeClr val="accent2"/>
                </a:solidFill>
                <a:latin typeface="+mn-lt"/>
              </a:defRPr>
            </a:lvl3pPr>
            <a:lvl4pPr marL="0" indent="0" algn="r">
              <a:lnSpc>
                <a:spcPct val="110000"/>
              </a:lnSpc>
              <a:buNone/>
              <a:defRPr>
                <a:solidFill>
                  <a:schemeClr val="accent2"/>
                </a:solidFill>
              </a:defRPr>
            </a:lvl4pPr>
          </a:lstStyle>
          <a:p>
            <a:pPr lvl="0"/>
            <a:r>
              <a:rPr lang="de-DE" noProof="0"/>
              <a:t>Zitat</a:t>
            </a:r>
          </a:p>
          <a:p>
            <a:pPr lvl="1"/>
            <a:r>
              <a:rPr lang="de-DE" noProof="0"/>
              <a:t>Name des Autors</a:t>
            </a:r>
          </a:p>
          <a:p>
            <a:pPr lvl="2"/>
            <a:r>
              <a:rPr lang="de-DE" noProof="0"/>
              <a:t>Position</a:t>
            </a:r>
          </a:p>
        </p:txBody>
      </p:sp>
      <p:grpSp>
        <p:nvGrpSpPr>
          <p:cNvPr id="20" name="Gruppieren 19">
            <a:extLst>
              <a:ext uri="{FF2B5EF4-FFF2-40B4-BE49-F238E27FC236}">
                <a16:creationId xmlns:a16="http://schemas.microsoft.com/office/drawing/2014/main" id="{B30F5BB5-7863-4504-94A4-F39A72E20BF2}"/>
              </a:ext>
            </a:extLst>
          </p:cNvPr>
          <p:cNvGrpSpPr/>
          <p:nvPr userDrawn="1"/>
        </p:nvGrpSpPr>
        <p:grpSpPr>
          <a:xfrm>
            <a:off x="621507" y="476249"/>
            <a:ext cx="1266824" cy="1028701"/>
            <a:chOff x="621507" y="476249"/>
            <a:chExt cx="1266824" cy="1028701"/>
          </a:xfrm>
        </p:grpSpPr>
        <p:sp>
          <p:nvSpPr>
            <p:cNvPr id="3" name="Pfeil: Chevron 2">
              <a:extLst>
                <a:ext uri="{FF2B5EF4-FFF2-40B4-BE49-F238E27FC236}">
                  <a16:creationId xmlns:a16="http://schemas.microsoft.com/office/drawing/2014/main" id="{80955E3B-8357-4836-8592-3039D01F1391}"/>
                </a:ext>
              </a:extLst>
            </p:cNvPr>
            <p:cNvSpPr/>
            <p:nvPr userDrawn="1"/>
          </p:nvSpPr>
          <p:spPr>
            <a:xfrm>
              <a:off x="621507" y="476249"/>
              <a:ext cx="671512" cy="1028701"/>
            </a:xfrm>
            <a:prstGeom prst="chevron">
              <a:avLst>
                <a:gd name="adj" fmla="val 42908"/>
              </a:avLst>
            </a:prstGeom>
            <a:solidFill>
              <a:schemeClr val="accent2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ctr"/>
            <a:lstStyle/>
            <a:p>
              <a:pPr marL="180000" indent="-180000" algn="l">
                <a:lnSpc>
                  <a:spcPts val="1960"/>
                </a:lnSpc>
                <a:buClr>
                  <a:schemeClr val="accent1"/>
                </a:buClr>
                <a:buFont typeface="Wingdings" panose="05000000000000000000" pitchFamily="2" charset="2"/>
                <a:buChar char="§"/>
              </a:pPr>
              <a:endParaRPr lang="de-DE" sz="1400" noProof="0">
                <a:solidFill>
                  <a:schemeClr val="tx1"/>
                </a:solidFill>
              </a:endParaRPr>
            </a:p>
          </p:txBody>
        </p:sp>
        <p:sp>
          <p:nvSpPr>
            <p:cNvPr id="19" name="Pfeil: Chevron 18">
              <a:extLst>
                <a:ext uri="{FF2B5EF4-FFF2-40B4-BE49-F238E27FC236}">
                  <a16:creationId xmlns:a16="http://schemas.microsoft.com/office/drawing/2014/main" id="{8245CA0A-C731-43B3-A4D1-99935FA2DE2F}"/>
                </a:ext>
              </a:extLst>
            </p:cNvPr>
            <p:cNvSpPr/>
            <p:nvPr userDrawn="1"/>
          </p:nvSpPr>
          <p:spPr>
            <a:xfrm>
              <a:off x="1216819" y="476249"/>
              <a:ext cx="671512" cy="1028701"/>
            </a:xfrm>
            <a:prstGeom prst="chevron">
              <a:avLst>
                <a:gd name="adj" fmla="val 42908"/>
              </a:avLst>
            </a:prstGeom>
            <a:solidFill>
              <a:schemeClr val="accent2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ctr"/>
            <a:lstStyle/>
            <a:p>
              <a:pPr marL="180000" indent="-180000" algn="l">
                <a:lnSpc>
                  <a:spcPts val="1960"/>
                </a:lnSpc>
                <a:buClr>
                  <a:schemeClr val="accent1"/>
                </a:buClr>
                <a:buFont typeface="Wingdings" panose="05000000000000000000" pitchFamily="2" charset="2"/>
                <a:buChar char="§"/>
              </a:pPr>
              <a:endParaRPr lang="de-DE" sz="1400" noProof="0">
                <a:solidFill>
                  <a:schemeClr val="tx1"/>
                </a:solidFill>
              </a:endParaRPr>
            </a:p>
          </p:txBody>
        </p:sp>
      </p:grp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2285A88-12D6-4461-A4C7-1D177C10FE40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8404E2F-0DC3-491D-BBFF-E567024868D0}" type="datetime1">
              <a:rPr lang="de-DE" noProof="0" smtClean="0"/>
              <a:t>02.12.2025</a:t>
            </a:fld>
            <a:endParaRPr lang="de-DE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98C3B39-287A-4DC2-86D1-47762D2F829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de-DE" noProof="0"/>
              <a:t>© Fraunhofer IWES</a:t>
            </a:r>
          </a:p>
        </p:txBody>
      </p:sp>
      <p:sp>
        <p:nvSpPr>
          <p:cNvPr id="21" name="Foliennummernplatzhalter 20">
            <a:extLst>
              <a:ext uri="{FF2B5EF4-FFF2-40B4-BE49-F238E27FC236}">
                <a16:creationId xmlns:a16="http://schemas.microsoft.com/office/drawing/2014/main" id="{A36F7860-0DEC-4D26-A4CA-9345FD18967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r>
              <a:rPr lang="de-DE" noProof="0"/>
              <a:t>Seite </a:t>
            </a:r>
            <a:fld id="{401BA3E4-5E55-4F99-AF09-CC6D6B2539E2}" type="slidenum">
              <a:rPr lang="de-DE" noProof="0" smtClean="0"/>
              <a:pPr/>
              <a:t>‹#›</a:t>
            </a:fld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33937221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itat dunk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kt 5" hidden="1">
            <a:extLst>
              <a:ext uri="{FF2B5EF4-FFF2-40B4-BE49-F238E27FC236}">
                <a16:creationId xmlns:a16="http://schemas.microsoft.com/office/drawing/2014/main" id="{5BAB6549-3007-4962-B8D4-52ECE482311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0557484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4" imgH="345" progId="TCLayout.ActiveDocument.1">
                  <p:embed/>
                </p:oleObj>
              </mc:Choice>
              <mc:Fallback>
                <p:oleObj name="think-cell Folie" r:id="rId3" imgW="344" imgH="345" progId="TCLayout.ActiveDocument.1">
                  <p:embed/>
                  <p:pic>
                    <p:nvPicPr>
                      <p:cNvPr id="6" name="Objekt 5" hidden="1">
                        <a:extLst>
                          <a:ext uri="{FF2B5EF4-FFF2-40B4-BE49-F238E27FC236}">
                            <a16:creationId xmlns:a16="http://schemas.microsoft.com/office/drawing/2014/main" id="{5BAB6549-3007-4962-B8D4-52ECE482311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5" name="Gerader Verbinder 14">
            <a:extLst>
              <a:ext uri="{FF2B5EF4-FFF2-40B4-BE49-F238E27FC236}">
                <a16:creationId xmlns:a16="http://schemas.microsoft.com/office/drawing/2014/main" id="{CABC3893-E6D0-4680-9CDB-B7D76C158179}"/>
              </a:ext>
            </a:extLst>
          </p:cNvPr>
          <p:cNvCxnSpPr/>
          <p:nvPr userDrawn="1"/>
        </p:nvCxnSpPr>
        <p:spPr>
          <a:xfrm>
            <a:off x="0" y="6143625"/>
            <a:ext cx="12192000" cy="0"/>
          </a:xfrm>
          <a:prstGeom prst="line">
            <a:avLst/>
          </a:prstGeom>
          <a:ln w="190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Grafik 18">
            <a:extLst>
              <a:ext uri="{FF2B5EF4-FFF2-40B4-BE49-F238E27FC236}">
                <a16:creationId xmlns:a16="http://schemas.microsoft.com/office/drawing/2014/main" id="{A5AD49B5-73A6-4C2A-8588-DD0F894360C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2"/>
            <a:ext cx="12192000" cy="6150768"/>
          </a:xfrm>
          <a:prstGeom prst="rect">
            <a:avLst/>
          </a:prstGeom>
        </p:spPr>
      </p:pic>
      <p:sp>
        <p:nvSpPr>
          <p:cNvPr id="32" name="Textplatzhalter 31">
            <a:extLst>
              <a:ext uri="{FF2B5EF4-FFF2-40B4-BE49-F238E27FC236}">
                <a16:creationId xmlns:a16="http://schemas.microsoft.com/office/drawing/2014/main" id="{19260903-BB55-4E18-8A26-9490D566EEA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425" y="1826785"/>
            <a:ext cx="11233150" cy="1205330"/>
          </a:xfrm>
        </p:spPr>
        <p:txBody>
          <a:bodyPr/>
          <a:lstStyle>
            <a:lvl1pPr>
              <a:lnSpc>
                <a:spcPct val="110000"/>
              </a:lnSpc>
              <a:spcAft>
                <a:spcPts val="0"/>
              </a:spcAft>
              <a:defRPr sz="4400">
                <a:solidFill>
                  <a:schemeClr val="bg1"/>
                </a:solidFill>
                <a:latin typeface="Frutiger LT Com 65 Bold" panose="020B0803030504020204" pitchFamily="34" charset="0"/>
              </a:defRPr>
            </a:lvl1pPr>
            <a:lvl2pPr algn="r">
              <a:lnSpc>
                <a:spcPct val="110000"/>
              </a:lnSpc>
              <a:spcAft>
                <a:spcPts val="0"/>
              </a:spcAft>
              <a:defRPr sz="1400">
                <a:solidFill>
                  <a:schemeClr val="bg1"/>
                </a:solidFill>
                <a:latin typeface="+mj-lt"/>
              </a:defRPr>
            </a:lvl2pPr>
            <a:lvl3pPr algn="r">
              <a:lnSpc>
                <a:spcPct val="110000"/>
              </a:lnSpc>
              <a:spcAft>
                <a:spcPts val="0"/>
              </a:spcAft>
              <a:defRPr>
                <a:solidFill>
                  <a:schemeClr val="bg1"/>
                </a:solidFill>
                <a:latin typeface="+mn-lt"/>
              </a:defRPr>
            </a:lvl3pPr>
            <a:lvl4pPr marL="0" indent="0" algn="r">
              <a:lnSpc>
                <a:spcPct val="110000"/>
              </a:lnSpc>
              <a:buNone/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de-DE" noProof="0"/>
              <a:t>Zitat</a:t>
            </a:r>
          </a:p>
          <a:p>
            <a:pPr lvl="1"/>
            <a:r>
              <a:rPr lang="de-DE" noProof="0"/>
              <a:t>Name des Autors</a:t>
            </a:r>
          </a:p>
          <a:p>
            <a:pPr lvl="2"/>
            <a:r>
              <a:rPr lang="de-DE" noProof="0"/>
              <a:t>Position</a:t>
            </a:r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EFE2E23E-A04B-4A3C-9731-269F09B3618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9DE324B6-D7C2-429F-9563-54E4F47990AC}" type="datetime1">
              <a:rPr lang="de-DE" noProof="0" smtClean="0"/>
              <a:t>02.12.2025</a:t>
            </a:fld>
            <a:endParaRPr lang="de-DE" noProof="0"/>
          </a:p>
        </p:txBody>
      </p:sp>
      <p:sp>
        <p:nvSpPr>
          <p:cNvPr id="17" name="Copyright Fraunhofer">
            <a:extLst>
              <a:ext uri="{FF2B5EF4-FFF2-40B4-BE49-F238E27FC236}">
                <a16:creationId xmlns:a16="http://schemas.microsoft.com/office/drawing/2014/main" id="{7BF1A88B-92B6-448D-B293-70A607B2651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de-DE" noProof="0"/>
              <a:t>© Fraunhofer IWES</a:t>
            </a:r>
          </a:p>
        </p:txBody>
      </p:sp>
      <p:sp>
        <p:nvSpPr>
          <p:cNvPr id="18" name="Foliennummernplatzhalter 17">
            <a:extLst>
              <a:ext uri="{FF2B5EF4-FFF2-40B4-BE49-F238E27FC236}">
                <a16:creationId xmlns:a16="http://schemas.microsoft.com/office/drawing/2014/main" id="{9320B56D-3BA0-4D7D-91B3-67F9A11E4A7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r>
              <a:rPr lang="de-DE" noProof="0"/>
              <a:t>Seite </a:t>
            </a:r>
            <a:fld id="{401BA3E4-5E55-4F99-AF09-CC6D6B2539E2}" type="slidenum">
              <a:rPr lang="de-DE" noProof="0" smtClean="0"/>
              <a:pPr/>
              <a:t>‹#›</a:t>
            </a:fld>
            <a:endParaRPr lang="de-DE" noProof="0"/>
          </a:p>
        </p:txBody>
      </p:sp>
      <p:grpSp>
        <p:nvGrpSpPr>
          <p:cNvPr id="20" name="Gruppieren 19">
            <a:extLst>
              <a:ext uri="{FF2B5EF4-FFF2-40B4-BE49-F238E27FC236}">
                <a16:creationId xmlns:a16="http://schemas.microsoft.com/office/drawing/2014/main" id="{942B2AF3-B72B-4E51-98E8-276E33E081FB}"/>
              </a:ext>
            </a:extLst>
          </p:cNvPr>
          <p:cNvGrpSpPr/>
          <p:nvPr userDrawn="1"/>
        </p:nvGrpSpPr>
        <p:grpSpPr>
          <a:xfrm>
            <a:off x="621507" y="476249"/>
            <a:ext cx="1266824" cy="1028701"/>
            <a:chOff x="621507" y="476249"/>
            <a:chExt cx="1266824" cy="1028701"/>
          </a:xfrm>
          <a:solidFill>
            <a:schemeClr val="bg1"/>
          </a:solidFill>
        </p:grpSpPr>
        <p:sp>
          <p:nvSpPr>
            <p:cNvPr id="21" name="Pfeil: Chevron 20">
              <a:extLst>
                <a:ext uri="{FF2B5EF4-FFF2-40B4-BE49-F238E27FC236}">
                  <a16:creationId xmlns:a16="http://schemas.microsoft.com/office/drawing/2014/main" id="{A9E48764-AC81-446C-B62C-88A8F03B3803}"/>
                </a:ext>
              </a:extLst>
            </p:cNvPr>
            <p:cNvSpPr/>
            <p:nvPr userDrawn="1"/>
          </p:nvSpPr>
          <p:spPr>
            <a:xfrm>
              <a:off x="621507" y="476249"/>
              <a:ext cx="671512" cy="1028701"/>
            </a:xfrm>
            <a:prstGeom prst="chevron">
              <a:avLst>
                <a:gd name="adj" fmla="val 42908"/>
              </a:avLst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ctr"/>
            <a:lstStyle/>
            <a:p>
              <a:pPr marL="180000" indent="-180000" algn="l">
                <a:lnSpc>
                  <a:spcPts val="1960"/>
                </a:lnSpc>
                <a:buClr>
                  <a:schemeClr val="accent1"/>
                </a:buClr>
                <a:buFont typeface="Wingdings" panose="05000000000000000000" pitchFamily="2" charset="2"/>
                <a:buChar char="§"/>
              </a:pPr>
              <a:endParaRPr lang="de-DE" sz="1400" noProof="0">
                <a:solidFill>
                  <a:schemeClr val="tx1"/>
                </a:solidFill>
              </a:endParaRPr>
            </a:p>
          </p:txBody>
        </p:sp>
        <p:sp>
          <p:nvSpPr>
            <p:cNvPr id="22" name="Pfeil: Chevron 21">
              <a:extLst>
                <a:ext uri="{FF2B5EF4-FFF2-40B4-BE49-F238E27FC236}">
                  <a16:creationId xmlns:a16="http://schemas.microsoft.com/office/drawing/2014/main" id="{14C3BCAC-351B-4AFA-8D18-F61D609E40E4}"/>
                </a:ext>
              </a:extLst>
            </p:cNvPr>
            <p:cNvSpPr/>
            <p:nvPr userDrawn="1"/>
          </p:nvSpPr>
          <p:spPr>
            <a:xfrm>
              <a:off x="1216819" y="476249"/>
              <a:ext cx="671512" cy="1028701"/>
            </a:xfrm>
            <a:prstGeom prst="chevron">
              <a:avLst>
                <a:gd name="adj" fmla="val 42908"/>
              </a:avLst>
            </a:prstGeom>
            <a:grp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ctr"/>
            <a:lstStyle/>
            <a:p>
              <a:pPr marL="180000" indent="-180000" algn="l">
                <a:lnSpc>
                  <a:spcPts val="1960"/>
                </a:lnSpc>
                <a:buClr>
                  <a:schemeClr val="accent1"/>
                </a:buClr>
                <a:buFont typeface="Wingdings" panose="05000000000000000000" pitchFamily="2" charset="2"/>
                <a:buChar char="§"/>
              </a:pPr>
              <a:endParaRPr lang="de-DE" sz="1400" noProof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861624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Kontaktfolie – Bild vollfläch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Objekt 12" hidden="1">
            <a:extLst>
              <a:ext uri="{FF2B5EF4-FFF2-40B4-BE49-F238E27FC236}">
                <a16:creationId xmlns:a16="http://schemas.microsoft.com/office/drawing/2014/main" id="{FA62D198-8DCD-43B1-ADA0-82CB261CFE4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0866708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4" imgH="345" progId="TCLayout.ActiveDocument.1">
                  <p:embed/>
                </p:oleObj>
              </mc:Choice>
              <mc:Fallback>
                <p:oleObj name="think-cell Folie" r:id="rId3" imgW="344" imgH="345" progId="TCLayout.ActiveDocument.1">
                  <p:embed/>
                  <p:pic>
                    <p:nvPicPr>
                      <p:cNvPr id="13" name="Objekt 12" hidden="1">
                        <a:extLst>
                          <a:ext uri="{FF2B5EF4-FFF2-40B4-BE49-F238E27FC236}">
                            <a16:creationId xmlns:a16="http://schemas.microsoft.com/office/drawing/2014/main" id="{FA62D198-8DCD-43B1-ADA0-82CB261CFE4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6B002FD9-AF19-4ED6-84E1-C634A79B2BA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 noProof="0"/>
              <a:t>Bild durch Klicken auf Symbol hinzufügen</a:t>
            </a:r>
          </a:p>
        </p:txBody>
      </p:sp>
      <p:sp>
        <p:nvSpPr>
          <p:cNvPr id="15" name="Textplatzhalter 14">
            <a:extLst>
              <a:ext uri="{FF2B5EF4-FFF2-40B4-BE49-F238E27FC236}">
                <a16:creationId xmlns:a16="http://schemas.microsoft.com/office/drawing/2014/main" id="{AABB2FBB-BF9E-4D2C-8FD3-E83E6005233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" y="2139490"/>
            <a:ext cx="5916612" cy="4073781"/>
          </a:xfrm>
          <a:gradFill flip="none" rotWithShape="1">
            <a:gsLst>
              <a:gs pos="34114">
                <a:srgbClr val="00779A"/>
              </a:gs>
              <a:gs pos="0">
                <a:srgbClr val="014A6B">
                  <a:alpha val="95000"/>
                </a:srgbClr>
              </a:gs>
              <a:gs pos="74000">
                <a:schemeClr val="accent5">
                  <a:lumMod val="90000"/>
                  <a:lumOff val="10000"/>
                  <a:alpha val="95000"/>
                </a:schemeClr>
              </a:gs>
              <a:gs pos="100000">
                <a:srgbClr val="09B2AC">
                  <a:alpha val="95000"/>
                </a:srgbClr>
              </a:gs>
            </a:gsLst>
            <a:path path="circle">
              <a:fillToRect r="100000" b="100000"/>
            </a:path>
            <a:tileRect l="-100000" t="-100000"/>
          </a:gradFill>
        </p:spPr>
        <p:txBody>
          <a:bodyPr lIns="486000" tIns="360000" rIns="360000" bIns="360000" anchor="t">
            <a:sp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3200" b="0">
                <a:solidFill>
                  <a:schemeClr val="bg1"/>
                </a:solidFill>
                <a:latin typeface="+mn-lt"/>
              </a:defRPr>
            </a:lvl1pPr>
            <a:lvl2pPr>
              <a:lnSpc>
                <a:spcPts val="3500"/>
              </a:lnSpc>
              <a:spcAft>
                <a:spcPts val="1600"/>
              </a:spcAft>
              <a:defRPr sz="4160" b="0">
                <a:solidFill>
                  <a:schemeClr val="bg1"/>
                </a:solidFill>
                <a:latin typeface="Frutiger LT Com 75 Black" panose="020B0A03040504030204" pitchFamily="34" charset="0"/>
              </a:defRPr>
            </a:lvl2pPr>
            <a:lvl3pPr>
              <a:lnSpc>
                <a:spcPct val="110000"/>
              </a:lnSpc>
              <a:spcAft>
                <a:spcPts val="0"/>
              </a:spcAft>
              <a:defRPr sz="1600" b="0">
                <a:solidFill>
                  <a:schemeClr val="bg1"/>
                </a:solidFill>
                <a:latin typeface="+mj-lt"/>
              </a:defRPr>
            </a:lvl3pPr>
            <a:lvl4pPr marL="0" indent="0">
              <a:lnSpc>
                <a:spcPts val="2080"/>
              </a:lnSpc>
              <a:spcBef>
                <a:spcPts val="2080"/>
              </a:spcBef>
              <a:spcAft>
                <a:spcPts val="0"/>
              </a:spcAft>
              <a:buNone/>
              <a:defRPr>
                <a:solidFill>
                  <a:schemeClr val="bg1"/>
                </a:solidFill>
              </a:defRPr>
            </a:lvl4pPr>
            <a:lvl5pPr>
              <a:spcAft>
                <a:spcPts val="0"/>
              </a:spcAft>
              <a:defRPr/>
            </a:lvl5pPr>
          </a:lstStyle>
          <a:p>
            <a:pPr lvl="0"/>
            <a:r>
              <a:rPr lang="de-DE" noProof="0"/>
              <a:t>Kontakt</a:t>
            </a:r>
          </a:p>
          <a:p>
            <a:pPr lvl="1"/>
            <a:r>
              <a:rPr lang="de-DE" noProof="0"/>
              <a:t>—</a:t>
            </a:r>
          </a:p>
          <a:p>
            <a:pPr lvl="2"/>
            <a:r>
              <a:rPr lang="de-DE" noProof="0"/>
              <a:t>Titel Vorname Name</a:t>
            </a:r>
          </a:p>
          <a:p>
            <a:pPr lvl="2"/>
            <a:r>
              <a:rPr lang="de-DE" noProof="0"/>
              <a:t>Geschäftsbereich XXX</a:t>
            </a:r>
          </a:p>
          <a:p>
            <a:pPr lvl="2"/>
            <a:r>
              <a:rPr lang="de-DE" noProof="0"/>
              <a:t>Fraunhofer-Institut für Windenergiesysteme IWES</a:t>
            </a:r>
          </a:p>
          <a:p>
            <a:pPr lvl="2"/>
            <a:r>
              <a:rPr lang="de-DE" noProof="0"/>
              <a:t>Adresse</a:t>
            </a:r>
          </a:p>
          <a:p>
            <a:pPr lvl="2"/>
            <a:r>
              <a:rPr lang="de-DE" noProof="0"/>
              <a:t>XXXXX Ort </a:t>
            </a:r>
            <a:br>
              <a:rPr lang="de-DE" noProof="0"/>
            </a:br>
            <a:endParaRPr lang="de-DE" noProof="0"/>
          </a:p>
          <a:p>
            <a:pPr lvl="2"/>
            <a:r>
              <a:rPr lang="de-DE" noProof="0"/>
              <a:t>Tel. +49 471 14290-XXX</a:t>
            </a:r>
          </a:p>
          <a:p>
            <a:pPr lvl="2"/>
            <a:r>
              <a:rPr lang="de-DE" noProof="0"/>
              <a:t>vorname.name@iwes.fraunhofer.de</a:t>
            </a:r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0809F1F2-5AE7-4500-87D3-FAD916B3136D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1388048" y="7027336"/>
            <a:ext cx="720000" cy="123111"/>
          </a:xfrm>
        </p:spPr>
        <p:txBody>
          <a:bodyPr/>
          <a:lstStyle/>
          <a:p>
            <a:fld id="{18404E2F-0DC3-491D-BBFF-E567024868D0}" type="datetime1">
              <a:rPr lang="de-DE" noProof="0" smtClean="0"/>
              <a:t>02.12.2025</a:t>
            </a:fld>
            <a:endParaRPr lang="de-DE" noProof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459D760A-5328-4251-ACFF-CB470EE34716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2297897" y="7027336"/>
            <a:ext cx="2952000" cy="123111"/>
          </a:xfrm>
        </p:spPr>
        <p:txBody>
          <a:bodyPr/>
          <a:lstStyle/>
          <a:p>
            <a:r>
              <a:rPr lang="de-DE" noProof="0"/>
              <a:t>© Fraunhofer IWES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3FC189F-C42A-4071-BC47-28A29172D13F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479425" y="7027336"/>
            <a:ext cx="720000" cy="123111"/>
          </a:xfrm>
        </p:spPr>
        <p:txBody>
          <a:bodyPr/>
          <a:lstStyle/>
          <a:p>
            <a:r>
              <a:rPr lang="de-DE" noProof="0"/>
              <a:t>Seite </a:t>
            </a:r>
            <a:fld id="{401BA3E4-5E55-4F99-AF09-CC6D6B2539E2}" type="slidenum">
              <a:rPr lang="de-DE" noProof="0" smtClean="0"/>
              <a:pPr/>
              <a:t>‹#›</a:t>
            </a:fld>
            <a:endParaRPr lang="de-DE" noProof="0"/>
          </a:p>
        </p:txBody>
      </p:sp>
      <p:pic>
        <p:nvPicPr>
          <p:cNvPr id="8" name="iwes_rgb_modul">
            <a:extLst>
              <a:ext uri="{FF2B5EF4-FFF2-40B4-BE49-F238E27FC236}">
                <a16:creationId xmlns:a16="http://schemas.microsoft.com/office/drawing/2014/main" id="{52722E97-4DBB-411A-9EDA-DE7111579FF1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92575" y="476250"/>
            <a:ext cx="2520000" cy="91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13241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chluss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Objekt 12" hidden="1">
            <a:extLst>
              <a:ext uri="{FF2B5EF4-FFF2-40B4-BE49-F238E27FC236}">
                <a16:creationId xmlns:a16="http://schemas.microsoft.com/office/drawing/2014/main" id="{FA62D198-8DCD-43B1-ADA0-82CB261CFE4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0208130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4" imgH="345" progId="TCLayout.ActiveDocument.1">
                  <p:embed/>
                </p:oleObj>
              </mc:Choice>
              <mc:Fallback>
                <p:oleObj name="think-cell Folie" r:id="rId3" imgW="344" imgH="345" progId="TCLayout.ActiveDocument.1">
                  <p:embed/>
                  <p:pic>
                    <p:nvPicPr>
                      <p:cNvPr id="13" name="Objekt 12" hidden="1">
                        <a:extLst>
                          <a:ext uri="{FF2B5EF4-FFF2-40B4-BE49-F238E27FC236}">
                            <a16:creationId xmlns:a16="http://schemas.microsoft.com/office/drawing/2014/main" id="{FA62D198-8DCD-43B1-ADA0-82CB261CFE4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Grafik 4">
            <a:extLst>
              <a:ext uri="{FF2B5EF4-FFF2-40B4-BE49-F238E27FC236}">
                <a16:creationId xmlns:a16="http://schemas.microsoft.com/office/drawing/2014/main" id="{11F1A574-59A7-4800-855F-6C927C3EF90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extplatzhalter 14">
            <a:extLst>
              <a:ext uri="{FF2B5EF4-FFF2-40B4-BE49-F238E27FC236}">
                <a16:creationId xmlns:a16="http://schemas.microsoft.com/office/drawing/2014/main" id="{AABB2FBB-BF9E-4D2C-8FD3-E83E6005233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79425" y="2255355"/>
            <a:ext cx="11233149" cy="2998000"/>
          </a:xfrm>
          <a:noFill/>
        </p:spPr>
        <p:txBody>
          <a:bodyPr wrap="square" lIns="0" tIns="0" rIns="0" bIns="0" anchor="t">
            <a:sp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6600" b="0">
                <a:solidFill>
                  <a:schemeClr val="bg1"/>
                </a:solidFill>
                <a:latin typeface="+mn-lt"/>
              </a:defRPr>
            </a:lvl1pPr>
            <a:lvl2pPr>
              <a:lnSpc>
                <a:spcPts val="7200"/>
              </a:lnSpc>
              <a:spcAft>
                <a:spcPts val="1600"/>
              </a:spcAft>
              <a:defRPr sz="8580" b="0">
                <a:solidFill>
                  <a:schemeClr val="bg1"/>
                </a:solidFill>
                <a:latin typeface="Frutiger LT Com 75 Black" panose="020B0A03040504030204" pitchFamily="34" charset="0"/>
              </a:defRPr>
            </a:lvl2pPr>
            <a:lvl3pPr>
              <a:lnSpc>
                <a:spcPts val="2080"/>
              </a:lnSpc>
              <a:spcAft>
                <a:spcPts val="0"/>
              </a:spcAft>
              <a:defRPr>
                <a:solidFill>
                  <a:schemeClr val="bg1"/>
                </a:solidFill>
                <a:latin typeface="+mj-lt"/>
              </a:defRPr>
            </a:lvl3pPr>
            <a:lvl4pPr marL="0" indent="0">
              <a:lnSpc>
                <a:spcPts val="2080"/>
              </a:lnSpc>
              <a:spcBef>
                <a:spcPts val="2080"/>
              </a:spcBef>
              <a:spcAft>
                <a:spcPts val="0"/>
              </a:spcAft>
              <a:buNone/>
              <a:defRPr>
                <a:solidFill>
                  <a:schemeClr val="bg1"/>
                </a:solidFill>
              </a:defRPr>
            </a:lvl4pPr>
            <a:lvl5pPr>
              <a:spcAft>
                <a:spcPts val="0"/>
              </a:spcAft>
              <a:defRPr/>
            </a:lvl5pPr>
          </a:lstStyle>
          <a:p>
            <a:pPr lvl="0"/>
            <a:r>
              <a:rPr lang="de-DE" noProof="0"/>
              <a:t>Vielen Dank für Ihre Aufmerksamkeit</a:t>
            </a:r>
          </a:p>
          <a:p>
            <a:pPr lvl="1"/>
            <a:r>
              <a:rPr lang="de-DE" noProof="0"/>
              <a:t>—</a:t>
            </a:r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D9614564-45F3-43F4-A781-81B474E1C11B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1388048" y="7027336"/>
            <a:ext cx="720000" cy="123111"/>
          </a:xfrm>
        </p:spPr>
        <p:txBody>
          <a:bodyPr/>
          <a:lstStyle/>
          <a:p>
            <a:fld id="{18404E2F-0DC3-491D-BBFF-E567024868D0}" type="datetime1">
              <a:rPr lang="de-DE" noProof="0" smtClean="0"/>
              <a:t>02.12.2025</a:t>
            </a:fld>
            <a:endParaRPr lang="de-DE" noProof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15B5AC9A-7737-4C1C-B583-AD4EA4DAE9AE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2297897" y="7027336"/>
            <a:ext cx="2952000" cy="123111"/>
          </a:xfrm>
        </p:spPr>
        <p:txBody>
          <a:bodyPr/>
          <a:lstStyle/>
          <a:p>
            <a:r>
              <a:rPr lang="de-DE" noProof="0"/>
              <a:t>© Fraunhofer IWES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5919D1C-ADAC-4933-80BD-01165FF9D271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479425" y="7027336"/>
            <a:ext cx="720000" cy="123111"/>
          </a:xfrm>
        </p:spPr>
        <p:txBody>
          <a:bodyPr/>
          <a:lstStyle/>
          <a:p>
            <a:r>
              <a:rPr lang="de-DE" noProof="0"/>
              <a:t>Seite </a:t>
            </a:r>
            <a:fld id="{401BA3E4-5E55-4F99-AF09-CC6D6B2539E2}" type="slidenum">
              <a:rPr lang="de-DE" noProof="0" smtClean="0"/>
              <a:pPr/>
              <a:t>‹#›</a:t>
            </a:fld>
            <a:endParaRPr lang="de-DE" noProof="0"/>
          </a:p>
        </p:txBody>
      </p:sp>
      <p:pic>
        <p:nvPicPr>
          <p:cNvPr id="8" name="iwes_rgb_modul">
            <a:extLst>
              <a:ext uri="{FF2B5EF4-FFF2-40B4-BE49-F238E27FC236}">
                <a16:creationId xmlns:a16="http://schemas.microsoft.com/office/drawing/2014/main" id="{1869DA58-81B3-4EA3-AFD6-FD3EC0AF49F3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92575" y="476250"/>
            <a:ext cx="2520000" cy="91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974180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kt 5" hidden="1">
            <a:extLst>
              <a:ext uri="{FF2B5EF4-FFF2-40B4-BE49-F238E27FC236}">
                <a16:creationId xmlns:a16="http://schemas.microsoft.com/office/drawing/2014/main" id="{5BAB6549-3007-4962-B8D4-52ECE482311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5182401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4" imgH="345" progId="TCLayout.ActiveDocument.1">
                  <p:embed/>
                </p:oleObj>
              </mc:Choice>
              <mc:Fallback>
                <p:oleObj name="think-cell Folie" r:id="rId3" imgW="344" imgH="345" progId="TCLayout.ActiveDocument.1">
                  <p:embed/>
                  <p:pic>
                    <p:nvPicPr>
                      <p:cNvPr id="6" name="Objekt 5" hidden="1">
                        <a:extLst>
                          <a:ext uri="{FF2B5EF4-FFF2-40B4-BE49-F238E27FC236}">
                            <a16:creationId xmlns:a16="http://schemas.microsoft.com/office/drawing/2014/main" id="{5BAB6549-3007-4962-B8D4-52ECE482311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Rechteck 21">
            <a:extLst>
              <a:ext uri="{FF2B5EF4-FFF2-40B4-BE49-F238E27FC236}">
                <a16:creationId xmlns:a16="http://schemas.microsoft.com/office/drawing/2014/main" id="{30FDEE22-4D74-4924-86C5-CF41B7A9F583}"/>
              </a:ext>
            </a:extLst>
          </p:cNvPr>
          <p:cNvSpPr/>
          <p:nvPr userDrawn="1"/>
        </p:nvSpPr>
        <p:spPr bwMode="gray">
          <a:xfrm>
            <a:off x="479425" y="1206230"/>
            <a:ext cx="473886" cy="87549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180000" indent="-180000" algn="l">
              <a:lnSpc>
                <a:spcPts val="1960"/>
              </a:lnSpc>
              <a:buClr>
                <a:schemeClr val="accent1"/>
              </a:buClr>
              <a:buFont typeface="Wingdings" panose="05000000000000000000" pitchFamily="2" charset="2"/>
              <a:buChar char="§"/>
            </a:pPr>
            <a:endParaRPr lang="de-DE" sz="1400" noProof="0">
              <a:solidFill>
                <a:schemeClr val="tx1"/>
              </a:solidFill>
            </a:endParaRP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2285A88-12D6-4461-A4C7-1D177C10FE40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8404E2F-0DC3-491D-BBFF-E567024868D0}" type="datetime1">
              <a:rPr lang="de-DE" noProof="0" smtClean="0"/>
              <a:t>02.12.2025</a:t>
            </a:fld>
            <a:endParaRPr lang="de-DE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98C3B39-287A-4DC2-86D1-47762D2F829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de-DE" noProof="0"/>
              <a:t>© Fraunhofer IWES</a:t>
            </a:r>
          </a:p>
        </p:txBody>
      </p:sp>
      <p:sp>
        <p:nvSpPr>
          <p:cNvPr id="21" name="Foliennummernplatzhalter 20">
            <a:extLst>
              <a:ext uri="{FF2B5EF4-FFF2-40B4-BE49-F238E27FC236}">
                <a16:creationId xmlns:a16="http://schemas.microsoft.com/office/drawing/2014/main" id="{A36F7860-0DEC-4D26-A4CA-9345FD18967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r>
              <a:rPr lang="de-DE" noProof="0"/>
              <a:t>Seite </a:t>
            </a:r>
            <a:fld id="{401BA3E4-5E55-4F99-AF09-CC6D6B2539E2}" type="slidenum">
              <a:rPr lang="de-DE" noProof="0" smtClean="0"/>
              <a:pPr/>
              <a:t>‹#›</a:t>
            </a:fld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159607562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r - nur Headline/Sub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kt 7" hidden="1">
            <a:extLst>
              <a:ext uri="{FF2B5EF4-FFF2-40B4-BE49-F238E27FC236}">
                <a16:creationId xmlns:a16="http://schemas.microsoft.com/office/drawing/2014/main" id="{2174C6A4-3B89-4478-A08C-B54D082B384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8744382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4" imgH="345" progId="TCLayout.ActiveDocument.1">
                  <p:embed/>
                </p:oleObj>
              </mc:Choice>
              <mc:Fallback>
                <p:oleObj name="think-cell Folie" r:id="rId3" imgW="344" imgH="345" progId="TCLayout.ActiveDocument.1">
                  <p:embed/>
                  <p:pic>
                    <p:nvPicPr>
                      <p:cNvPr id="8" name="Objekt 7" hidden="1">
                        <a:extLst>
                          <a:ext uri="{FF2B5EF4-FFF2-40B4-BE49-F238E27FC236}">
                            <a16:creationId xmlns:a16="http://schemas.microsoft.com/office/drawing/2014/main" id="{2174C6A4-3B89-4478-A08C-B54D082B384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A318EBD9-F5F5-405C-9B19-55E93DB7BE18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6BBE7333-2DF4-417D-84A6-4C1EC6024486}" type="datetime1">
              <a:rPr lang="de-DE" noProof="0" smtClean="0"/>
              <a:t>02.12.2025</a:t>
            </a:fld>
            <a:endParaRPr lang="de-DE" noProof="0"/>
          </a:p>
        </p:txBody>
      </p:sp>
      <p:sp>
        <p:nvSpPr>
          <p:cNvPr id="10" name="Copyright Fraunhofer">
            <a:extLst>
              <a:ext uri="{FF2B5EF4-FFF2-40B4-BE49-F238E27FC236}">
                <a16:creationId xmlns:a16="http://schemas.microsoft.com/office/drawing/2014/main" id="{A65BD112-D0DA-4A2E-BD97-424BCF96C46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de-DE" noProof="0"/>
              <a:t>© Fraunhofer IWES</a:t>
            </a:r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138D657B-7546-4822-9986-D7784748709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r>
              <a:rPr lang="de-DE" noProof="0"/>
              <a:t>Seite </a:t>
            </a:r>
            <a:fld id="{401BA3E4-5E55-4F99-AF09-CC6D6B2539E2}" type="slidenum">
              <a:rPr lang="de-DE" noProof="0" smtClean="0"/>
              <a:pPr/>
              <a:t>‹#›</a:t>
            </a:fld>
            <a:endParaRPr lang="de-DE" noProof="0"/>
          </a:p>
        </p:txBody>
      </p:sp>
      <p:cxnSp>
        <p:nvCxnSpPr>
          <p:cNvPr id="12" name="Gerader Verbinder 11">
            <a:extLst>
              <a:ext uri="{FF2B5EF4-FFF2-40B4-BE49-F238E27FC236}">
                <a16:creationId xmlns:a16="http://schemas.microsoft.com/office/drawing/2014/main" id="{29F9CA75-C987-443B-9AC3-D7F9D72C0896}"/>
              </a:ext>
            </a:extLst>
          </p:cNvPr>
          <p:cNvCxnSpPr/>
          <p:nvPr userDrawn="1"/>
        </p:nvCxnSpPr>
        <p:spPr bwMode="gray">
          <a:xfrm>
            <a:off x="0" y="6143625"/>
            <a:ext cx="12192000" cy="0"/>
          </a:xfrm>
          <a:prstGeom prst="line">
            <a:avLst/>
          </a:prstGeom>
          <a:ln w="190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platzhalter 3">
            <a:extLst>
              <a:ext uri="{FF2B5EF4-FFF2-40B4-BE49-F238E27FC236}">
                <a16:creationId xmlns:a16="http://schemas.microsoft.com/office/drawing/2014/main" id="{E82919A2-B74E-4C2A-8007-4F0EA7B03AB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79425" y="778321"/>
            <a:ext cx="11233150" cy="319318"/>
          </a:xfrm>
        </p:spPr>
        <p:txBody>
          <a:bodyPr/>
          <a:lstStyle>
            <a:lvl1pPr>
              <a:defRPr sz="2000">
                <a:solidFill>
                  <a:schemeClr val="accent2"/>
                </a:solidFill>
                <a:latin typeface="+mn-lt"/>
              </a:defRPr>
            </a:lvl1pPr>
          </a:lstStyle>
          <a:p>
            <a:pPr lvl="0"/>
            <a:r>
              <a:rPr lang="de-DE" noProof="0"/>
              <a:t>Subline</a:t>
            </a:r>
          </a:p>
        </p:txBody>
      </p:sp>
      <p:sp>
        <p:nvSpPr>
          <p:cNvPr id="15" name="Titelplatzhalter 1">
            <a:extLst>
              <a:ext uri="{FF2B5EF4-FFF2-40B4-BE49-F238E27FC236}">
                <a16:creationId xmlns:a16="http://schemas.microsoft.com/office/drawing/2014/main" id="{E36D0094-7C92-4CE7-9A06-BC97BFE1D78D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479425" y="395588"/>
            <a:ext cx="11233150" cy="382733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/>
          <a:p>
            <a:r>
              <a:rPr lang="de-DE" noProof="0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2196691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53" userDrawn="1">
          <p15:clr>
            <a:srgbClr val="FBAE40"/>
          </p15:clr>
        </p15:guide>
        <p15:guide id="2" pos="3727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– vollflächig  – Headline/Sub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Gerader Verbinder 11">
            <a:extLst>
              <a:ext uri="{FF2B5EF4-FFF2-40B4-BE49-F238E27FC236}">
                <a16:creationId xmlns:a16="http://schemas.microsoft.com/office/drawing/2014/main" id="{29F9CA75-C987-443B-9AC3-D7F9D72C0896}"/>
              </a:ext>
            </a:extLst>
          </p:cNvPr>
          <p:cNvCxnSpPr/>
          <p:nvPr userDrawn="1"/>
        </p:nvCxnSpPr>
        <p:spPr bwMode="gray">
          <a:xfrm>
            <a:off x="0" y="6143625"/>
            <a:ext cx="12192000" cy="0"/>
          </a:xfrm>
          <a:prstGeom prst="line">
            <a:avLst/>
          </a:prstGeom>
          <a:ln w="190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Bildplatzhalter 7">
            <a:extLst>
              <a:ext uri="{FF2B5EF4-FFF2-40B4-BE49-F238E27FC236}">
                <a16:creationId xmlns:a16="http://schemas.microsoft.com/office/drawing/2014/main" id="{9C66E636-057A-439E-A9F5-2481D87A373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12192000" cy="6158116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 noProof="0"/>
              <a:t>Bild durch Klicken auf Symbol hinzufügen</a:t>
            </a:r>
          </a:p>
        </p:txBody>
      </p:sp>
      <p:graphicFrame>
        <p:nvGraphicFramePr>
          <p:cNvPr id="8" name="Objekt 7" hidden="1">
            <a:extLst>
              <a:ext uri="{FF2B5EF4-FFF2-40B4-BE49-F238E27FC236}">
                <a16:creationId xmlns:a16="http://schemas.microsoft.com/office/drawing/2014/main" id="{2174C6A4-3B89-4478-A08C-B54D082B384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8744382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4" imgH="345" progId="TCLayout.ActiveDocument.1">
                  <p:embed/>
                </p:oleObj>
              </mc:Choice>
              <mc:Fallback>
                <p:oleObj name="think-cell Folie" r:id="rId3" imgW="344" imgH="345" progId="TCLayout.ActiveDocument.1">
                  <p:embed/>
                  <p:pic>
                    <p:nvPicPr>
                      <p:cNvPr id="8" name="Objekt 7" hidden="1">
                        <a:extLst>
                          <a:ext uri="{FF2B5EF4-FFF2-40B4-BE49-F238E27FC236}">
                            <a16:creationId xmlns:a16="http://schemas.microsoft.com/office/drawing/2014/main" id="{2174C6A4-3B89-4478-A08C-B54D082B384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A318EBD9-F5F5-405C-9B19-55E93DB7BE18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6BBE7333-2DF4-417D-84A6-4C1EC6024486}" type="datetime1">
              <a:rPr lang="de-DE" noProof="0" smtClean="0"/>
              <a:t>02.12.2025</a:t>
            </a:fld>
            <a:endParaRPr lang="de-DE" noProof="0"/>
          </a:p>
        </p:txBody>
      </p:sp>
      <p:sp>
        <p:nvSpPr>
          <p:cNvPr id="10" name="Copyright Fraunhofer">
            <a:extLst>
              <a:ext uri="{FF2B5EF4-FFF2-40B4-BE49-F238E27FC236}">
                <a16:creationId xmlns:a16="http://schemas.microsoft.com/office/drawing/2014/main" id="{A65BD112-D0DA-4A2E-BD97-424BCF96C46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de-DE" noProof="0"/>
              <a:t>© Fraunhofer IWES</a:t>
            </a:r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138D657B-7546-4822-9986-D7784748709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r>
              <a:rPr lang="de-DE" noProof="0"/>
              <a:t>Seite </a:t>
            </a:r>
            <a:fld id="{401BA3E4-5E55-4F99-AF09-CC6D6B2539E2}" type="slidenum">
              <a:rPr lang="de-DE" noProof="0" smtClean="0"/>
              <a:pPr/>
              <a:t>‹#›</a:t>
            </a:fld>
            <a:endParaRPr lang="de-DE" noProof="0"/>
          </a:p>
        </p:txBody>
      </p:sp>
      <p:sp>
        <p:nvSpPr>
          <p:cNvPr id="14" name="Textplatzhalter 3">
            <a:extLst>
              <a:ext uri="{FF2B5EF4-FFF2-40B4-BE49-F238E27FC236}">
                <a16:creationId xmlns:a16="http://schemas.microsoft.com/office/drawing/2014/main" id="{E82919A2-B74E-4C2A-8007-4F0EA7B03AB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79425" y="778321"/>
            <a:ext cx="11233150" cy="319318"/>
          </a:xfrm>
        </p:spPr>
        <p:txBody>
          <a:bodyPr/>
          <a:lstStyle>
            <a:lvl1pPr>
              <a:defRPr sz="2000">
                <a:solidFill>
                  <a:schemeClr val="accent2"/>
                </a:solidFill>
                <a:latin typeface="+mn-lt"/>
              </a:defRPr>
            </a:lvl1pPr>
          </a:lstStyle>
          <a:p>
            <a:pPr lvl="0"/>
            <a:r>
              <a:rPr lang="de-DE" noProof="0"/>
              <a:t>Subline</a:t>
            </a:r>
          </a:p>
        </p:txBody>
      </p:sp>
      <p:sp>
        <p:nvSpPr>
          <p:cNvPr id="15" name="Titelplatzhalter 1">
            <a:extLst>
              <a:ext uri="{FF2B5EF4-FFF2-40B4-BE49-F238E27FC236}">
                <a16:creationId xmlns:a16="http://schemas.microsoft.com/office/drawing/2014/main" id="{E36D0094-7C92-4CE7-9A06-BC97BFE1D78D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479425" y="395588"/>
            <a:ext cx="11233150" cy="382733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/>
          <a:p>
            <a:r>
              <a:rPr lang="de-DE" noProof="0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9887600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53" userDrawn="1">
          <p15:clr>
            <a:srgbClr val="FBAE40"/>
          </p15:clr>
        </p15:guide>
        <p15:guide id="2" pos="3727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– 1 Spalte – Headline/Sub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Gerader Verbinder 11">
            <a:extLst>
              <a:ext uri="{FF2B5EF4-FFF2-40B4-BE49-F238E27FC236}">
                <a16:creationId xmlns:a16="http://schemas.microsoft.com/office/drawing/2014/main" id="{29F9CA75-C987-443B-9AC3-D7F9D72C0896}"/>
              </a:ext>
            </a:extLst>
          </p:cNvPr>
          <p:cNvCxnSpPr/>
          <p:nvPr userDrawn="1"/>
        </p:nvCxnSpPr>
        <p:spPr bwMode="gray">
          <a:xfrm>
            <a:off x="0" y="6143625"/>
            <a:ext cx="12192000" cy="0"/>
          </a:xfrm>
          <a:prstGeom prst="line">
            <a:avLst/>
          </a:prstGeom>
          <a:ln w="190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Objekt 7" hidden="1">
            <a:extLst>
              <a:ext uri="{FF2B5EF4-FFF2-40B4-BE49-F238E27FC236}">
                <a16:creationId xmlns:a16="http://schemas.microsoft.com/office/drawing/2014/main" id="{2174C6A4-3B89-4478-A08C-B54D082B384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8744382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4" imgH="345" progId="TCLayout.ActiveDocument.1">
                  <p:embed/>
                </p:oleObj>
              </mc:Choice>
              <mc:Fallback>
                <p:oleObj name="think-cell Folie" r:id="rId3" imgW="344" imgH="345" progId="TCLayout.ActiveDocument.1">
                  <p:embed/>
                  <p:pic>
                    <p:nvPicPr>
                      <p:cNvPr id="8" name="Objekt 7" hidden="1">
                        <a:extLst>
                          <a:ext uri="{FF2B5EF4-FFF2-40B4-BE49-F238E27FC236}">
                            <a16:creationId xmlns:a16="http://schemas.microsoft.com/office/drawing/2014/main" id="{2174C6A4-3B89-4478-A08C-B54D082B384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A318EBD9-F5F5-405C-9B19-55E93DB7BE18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3AACE4C0-BFA0-4B40-8FD5-94381D08B980}" type="datetime1">
              <a:rPr lang="en-US" noProof="0" smtClean="0"/>
              <a:t>12/2/2025</a:t>
            </a:fld>
            <a:endParaRPr lang="en-US" noProof="0"/>
          </a:p>
        </p:txBody>
      </p:sp>
      <p:sp>
        <p:nvSpPr>
          <p:cNvPr id="10" name="Copyright Fraunhofer">
            <a:extLst>
              <a:ext uri="{FF2B5EF4-FFF2-40B4-BE49-F238E27FC236}">
                <a16:creationId xmlns:a16="http://schemas.microsoft.com/office/drawing/2014/main" id="{A65BD112-D0DA-4A2E-BD97-424BCF96C46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noProof="0"/>
              <a:t>© Fraunhofer IWES</a:t>
            </a:r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138D657B-7546-4822-9986-D7784748709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r>
              <a:rPr lang="en-US" noProof="0"/>
              <a:t>Slide </a:t>
            </a:r>
            <a:fld id="{401BA3E4-5E55-4F99-AF09-CC6D6B2539E2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4" name="Textplatzhalter 3">
            <a:extLst>
              <a:ext uri="{FF2B5EF4-FFF2-40B4-BE49-F238E27FC236}">
                <a16:creationId xmlns:a16="http://schemas.microsoft.com/office/drawing/2014/main" id="{E82919A2-B74E-4C2A-8007-4F0EA7B03AB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79425" y="778321"/>
            <a:ext cx="11233150" cy="319318"/>
          </a:xfrm>
        </p:spPr>
        <p:txBody>
          <a:bodyPr/>
          <a:lstStyle>
            <a:lvl1pPr>
              <a:defRPr sz="2000">
                <a:solidFill>
                  <a:schemeClr val="accent2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Subline</a:t>
            </a:r>
          </a:p>
        </p:txBody>
      </p:sp>
      <p:sp>
        <p:nvSpPr>
          <p:cNvPr id="15" name="Titelplatzhalter 1">
            <a:extLst>
              <a:ext uri="{FF2B5EF4-FFF2-40B4-BE49-F238E27FC236}">
                <a16:creationId xmlns:a16="http://schemas.microsoft.com/office/drawing/2014/main" id="{E36D0094-7C92-4CE7-9A06-BC97BFE1D7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79425" y="395588"/>
            <a:ext cx="11233150" cy="382733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/>
          <a:p>
            <a:r>
              <a:rPr lang="en-US" noProof="0"/>
              <a:t>Edit headline</a:t>
            </a:r>
          </a:p>
        </p:txBody>
      </p:sp>
      <p:sp>
        <p:nvSpPr>
          <p:cNvPr id="4" name="Bildplatzhalter 7">
            <a:extLst>
              <a:ext uri="{FF2B5EF4-FFF2-40B4-BE49-F238E27FC236}">
                <a16:creationId xmlns:a16="http://schemas.microsoft.com/office/drawing/2014/main" id="{23B0D211-7E72-D024-A3B2-26CDFA7591F6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79424" y="1700214"/>
            <a:ext cx="11233150" cy="4284662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 noProof="0"/>
              <a:t>Bild durch Klicken auf Symbol hinzufügen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40531472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53">
          <p15:clr>
            <a:srgbClr val="FBAE40"/>
          </p15:clr>
        </p15:guide>
        <p15:guide id="2" pos="3727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er – 2 Spalten  – Headline/Sub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Gerader Verbinder 11">
            <a:extLst>
              <a:ext uri="{FF2B5EF4-FFF2-40B4-BE49-F238E27FC236}">
                <a16:creationId xmlns:a16="http://schemas.microsoft.com/office/drawing/2014/main" id="{29F9CA75-C987-443B-9AC3-D7F9D72C0896}"/>
              </a:ext>
            </a:extLst>
          </p:cNvPr>
          <p:cNvCxnSpPr/>
          <p:nvPr userDrawn="1"/>
        </p:nvCxnSpPr>
        <p:spPr bwMode="gray">
          <a:xfrm>
            <a:off x="0" y="6143625"/>
            <a:ext cx="12192000" cy="0"/>
          </a:xfrm>
          <a:prstGeom prst="line">
            <a:avLst/>
          </a:prstGeom>
          <a:ln w="190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Bildplatzhalter 7">
            <a:extLst>
              <a:ext uri="{FF2B5EF4-FFF2-40B4-BE49-F238E27FC236}">
                <a16:creationId xmlns:a16="http://schemas.microsoft.com/office/drawing/2014/main" id="{9C66E636-057A-439E-A9F5-2481D87A373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79424" y="1700214"/>
            <a:ext cx="5437189" cy="4284662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 noProof="0"/>
              <a:t>Bild durch Klicken auf Symbol hinzufügen</a:t>
            </a:r>
            <a:endParaRPr lang="en-US" noProof="0"/>
          </a:p>
        </p:txBody>
      </p:sp>
      <p:graphicFrame>
        <p:nvGraphicFramePr>
          <p:cNvPr id="8" name="Objekt 7" hidden="1">
            <a:extLst>
              <a:ext uri="{FF2B5EF4-FFF2-40B4-BE49-F238E27FC236}">
                <a16:creationId xmlns:a16="http://schemas.microsoft.com/office/drawing/2014/main" id="{2174C6A4-3B89-4478-A08C-B54D082B384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8744382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4" imgH="345" progId="TCLayout.ActiveDocument.1">
                  <p:embed/>
                </p:oleObj>
              </mc:Choice>
              <mc:Fallback>
                <p:oleObj name="think-cell Folie" r:id="rId3" imgW="344" imgH="345" progId="TCLayout.ActiveDocument.1">
                  <p:embed/>
                  <p:pic>
                    <p:nvPicPr>
                      <p:cNvPr id="8" name="Objekt 7" hidden="1">
                        <a:extLst>
                          <a:ext uri="{FF2B5EF4-FFF2-40B4-BE49-F238E27FC236}">
                            <a16:creationId xmlns:a16="http://schemas.microsoft.com/office/drawing/2014/main" id="{2174C6A4-3B89-4478-A08C-B54D082B384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A318EBD9-F5F5-405C-9B19-55E93DB7BE18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3AACE4C0-BFA0-4B40-8FD5-94381D08B980}" type="datetime1">
              <a:rPr lang="en-US" noProof="0" smtClean="0"/>
              <a:t>12/2/2025</a:t>
            </a:fld>
            <a:endParaRPr lang="en-US" noProof="0"/>
          </a:p>
        </p:txBody>
      </p:sp>
      <p:sp>
        <p:nvSpPr>
          <p:cNvPr id="10" name="Copyright Fraunhofer">
            <a:extLst>
              <a:ext uri="{FF2B5EF4-FFF2-40B4-BE49-F238E27FC236}">
                <a16:creationId xmlns:a16="http://schemas.microsoft.com/office/drawing/2014/main" id="{A65BD112-D0DA-4A2E-BD97-424BCF96C46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noProof="0"/>
              <a:t>© Fraunhofer IWES</a:t>
            </a:r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138D657B-7546-4822-9986-D7784748709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r>
              <a:rPr lang="en-US" noProof="0"/>
              <a:t>Slide </a:t>
            </a:r>
            <a:fld id="{401BA3E4-5E55-4F99-AF09-CC6D6B2539E2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4" name="Textplatzhalter 3">
            <a:extLst>
              <a:ext uri="{FF2B5EF4-FFF2-40B4-BE49-F238E27FC236}">
                <a16:creationId xmlns:a16="http://schemas.microsoft.com/office/drawing/2014/main" id="{E82919A2-B74E-4C2A-8007-4F0EA7B03AB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79425" y="778321"/>
            <a:ext cx="11233150" cy="319318"/>
          </a:xfrm>
        </p:spPr>
        <p:txBody>
          <a:bodyPr/>
          <a:lstStyle>
            <a:lvl1pPr>
              <a:defRPr sz="2000">
                <a:solidFill>
                  <a:schemeClr val="accent2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Subline</a:t>
            </a:r>
          </a:p>
        </p:txBody>
      </p:sp>
      <p:sp>
        <p:nvSpPr>
          <p:cNvPr id="15" name="Titelplatzhalter 1">
            <a:extLst>
              <a:ext uri="{FF2B5EF4-FFF2-40B4-BE49-F238E27FC236}">
                <a16:creationId xmlns:a16="http://schemas.microsoft.com/office/drawing/2014/main" id="{E36D0094-7C92-4CE7-9A06-BC97BFE1D7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79425" y="395588"/>
            <a:ext cx="11233150" cy="382733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/>
          <a:p>
            <a:r>
              <a:rPr lang="en-US" noProof="0"/>
              <a:t>Edit headline</a:t>
            </a:r>
          </a:p>
        </p:txBody>
      </p:sp>
      <p:sp>
        <p:nvSpPr>
          <p:cNvPr id="2" name="Bildplatzhalter 7">
            <a:extLst>
              <a:ext uri="{FF2B5EF4-FFF2-40B4-BE49-F238E27FC236}">
                <a16:creationId xmlns:a16="http://schemas.microsoft.com/office/drawing/2014/main" id="{741C5D7A-1E13-D3D9-12CC-42E09B1A398C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275386" y="1700214"/>
            <a:ext cx="5437189" cy="4284662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 noProof="0"/>
              <a:t>Bild durch Klicken auf Symbol hinzufügen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3207008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53">
          <p15:clr>
            <a:srgbClr val="FBAE40"/>
          </p15:clr>
        </p15:guide>
        <p15:guide id="2" pos="3727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er – 2 Spalten 3 Bilder – Headline/Subheadl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Gerader Verbinder 11">
            <a:extLst>
              <a:ext uri="{FF2B5EF4-FFF2-40B4-BE49-F238E27FC236}">
                <a16:creationId xmlns:a16="http://schemas.microsoft.com/office/drawing/2014/main" id="{29F9CA75-C987-443B-9AC3-D7F9D72C0896}"/>
              </a:ext>
            </a:extLst>
          </p:cNvPr>
          <p:cNvCxnSpPr/>
          <p:nvPr userDrawn="1"/>
        </p:nvCxnSpPr>
        <p:spPr bwMode="gray">
          <a:xfrm>
            <a:off x="0" y="6143625"/>
            <a:ext cx="12192000" cy="0"/>
          </a:xfrm>
          <a:prstGeom prst="line">
            <a:avLst/>
          </a:prstGeom>
          <a:ln w="190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Bildplatzhalter 7">
            <a:extLst>
              <a:ext uri="{FF2B5EF4-FFF2-40B4-BE49-F238E27FC236}">
                <a16:creationId xmlns:a16="http://schemas.microsoft.com/office/drawing/2014/main" id="{9C66E636-057A-439E-A9F5-2481D87A373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79424" y="1700214"/>
            <a:ext cx="5437189" cy="4284662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 noProof="0"/>
              <a:t>Bild durch Klicken auf Symbol hinzufügen</a:t>
            </a:r>
            <a:endParaRPr lang="en-US" noProof="0"/>
          </a:p>
        </p:txBody>
      </p:sp>
      <p:graphicFrame>
        <p:nvGraphicFramePr>
          <p:cNvPr id="8" name="Objekt 7" hidden="1">
            <a:extLst>
              <a:ext uri="{FF2B5EF4-FFF2-40B4-BE49-F238E27FC236}">
                <a16:creationId xmlns:a16="http://schemas.microsoft.com/office/drawing/2014/main" id="{2174C6A4-3B89-4478-A08C-B54D082B384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8744382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4" imgH="345" progId="TCLayout.ActiveDocument.1">
                  <p:embed/>
                </p:oleObj>
              </mc:Choice>
              <mc:Fallback>
                <p:oleObj name="think-cell Folie" r:id="rId3" imgW="344" imgH="345" progId="TCLayout.ActiveDocument.1">
                  <p:embed/>
                  <p:pic>
                    <p:nvPicPr>
                      <p:cNvPr id="8" name="Objekt 7" hidden="1">
                        <a:extLst>
                          <a:ext uri="{FF2B5EF4-FFF2-40B4-BE49-F238E27FC236}">
                            <a16:creationId xmlns:a16="http://schemas.microsoft.com/office/drawing/2014/main" id="{2174C6A4-3B89-4478-A08C-B54D082B384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A318EBD9-F5F5-405C-9B19-55E93DB7BE18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3AACE4C0-BFA0-4B40-8FD5-94381D08B980}" type="datetime1">
              <a:rPr lang="en-US" noProof="0" smtClean="0"/>
              <a:t>12/2/2025</a:t>
            </a:fld>
            <a:endParaRPr lang="en-US" noProof="0"/>
          </a:p>
        </p:txBody>
      </p:sp>
      <p:sp>
        <p:nvSpPr>
          <p:cNvPr id="10" name="Copyright Fraunhofer">
            <a:extLst>
              <a:ext uri="{FF2B5EF4-FFF2-40B4-BE49-F238E27FC236}">
                <a16:creationId xmlns:a16="http://schemas.microsoft.com/office/drawing/2014/main" id="{A65BD112-D0DA-4A2E-BD97-424BCF96C46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noProof="0"/>
              <a:t>© Fraunhofer IWES</a:t>
            </a:r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138D657B-7546-4822-9986-D7784748709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r>
              <a:rPr lang="en-US" noProof="0"/>
              <a:t>Slide </a:t>
            </a:r>
            <a:fld id="{401BA3E4-5E55-4F99-AF09-CC6D6B2539E2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4" name="Textplatzhalter 3">
            <a:extLst>
              <a:ext uri="{FF2B5EF4-FFF2-40B4-BE49-F238E27FC236}">
                <a16:creationId xmlns:a16="http://schemas.microsoft.com/office/drawing/2014/main" id="{E82919A2-B74E-4C2A-8007-4F0EA7B03AB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79425" y="778321"/>
            <a:ext cx="11233150" cy="319318"/>
          </a:xfrm>
        </p:spPr>
        <p:txBody>
          <a:bodyPr/>
          <a:lstStyle>
            <a:lvl1pPr>
              <a:defRPr sz="2000">
                <a:solidFill>
                  <a:schemeClr val="accent2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Subline</a:t>
            </a:r>
          </a:p>
        </p:txBody>
      </p:sp>
      <p:sp>
        <p:nvSpPr>
          <p:cNvPr id="15" name="Titelplatzhalter 1">
            <a:extLst>
              <a:ext uri="{FF2B5EF4-FFF2-40B4-BE49-F238E27FC236}">
                <a16:creationId xmlns:a16="http://schemas.microsoft.com/office/drawing/2014/main" id="{E36D0094-7C92-4CE7-9A06-BC97BFE1D7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79425" y="395588"/>
            <a:ext cx="11233150" cy="382733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/>
          <a:p>
            <a:r>
              <a:rPr lang="en-US" noProof="0"/>
              <a:t>Edit headline</a:t>
            </a:r>
          </a:p>
        </p:txBody>
      </p:sp>
      <p:sp>
        <p:nvSpPr>
          <p:cNvPr id="2" name="Bildplatzhalter 7">
            <a:extLst>
              <a:ext uri="{FF2B5EF4-FFF2-40B4-BE49-F238E27FC236}">
                <a16:creationId xmlns:a16="http://schemas.microsoft.com/office/drawing/2014/main" id="{741C5D7A-1E13-D3D9-12CC-42E09B1A398C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275386" y="1700214"/>
            <a:ext cx="5437189" cy="205200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 noProof="0"/>
              <a:t>Bild durch Klicken auf Symbol hinzufügen</a:t>
            </a:r>
            <a:endParaRPr lang="en-US" noProof="0" dirty="0"/>
          </a:p>
        </p:txBody>
      </p:sp>
      <p:sp>
        <p:nvSpPr>
          <p:cNvPr id="3" name="Bildplatzhalter 7">
            <a:extLst>
              <a:ext uri="{FF2B5EF4-FFF2-40B4-BE49-F238E27FC236}">
                <a16:creationId xmlns:a16="http://schemas.microsoft.com/office/drawing/2014/main" id="{A748A19E-8490-1E72-AC0B-2C8C26CED0E3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275388" y="3932876"/>
            <a:ext cx="5437189" cy="205200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 noProof="0"/>
              <a:t>Bild durch Klicken auf Symbol hinzufügen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52179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53">
          <p15:clr>
            <a:srgbClr val="FBAE40"/>
          </p15:clr>
        </p15:guide>
        <p15:guide id="2" pos="3727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er – 3 Spalten – Headline/Sub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ildplatzhalter 7">
            <a:extLst>
              <a:ext uri="{FF2B5EF4-FFF2-40B4-BE49-F238E27FC236}">
                <a16:creationId xmlns:a16="http://schemas.microsoft.com/office/drawing/2014/main" id="{9C66E636-057A-439E-A9F5-2481D87A373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79425" y="1700213"/>
            <a:ext cx="3502026" cy="4284662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 noProof="0"/>
              <a:t>Bild durch Klicken auf Symbol hinzufügen</a:t>
            </a:r>
            <a:endParaRPr lang="en-US" noProof="0"/>
          </a:p>
        </p:txBody>
      </p:sp>
      <p:sp>
        <p:nvSpPr>
          <p:cNvPr id="7" name="Bildplatzhalter 7">
            <a:extLst>
              <a:ext uri="{FF2B5EF4-FFF2-40B4-BE49-F238E27FC236}">
                <a16:creationId xmlns:a16="http://schemas.microsoft.com/office/drawing/2014/main" id="{044FF063-272E-70DF-F2CF-B7070B2FC8B3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8210549" y="1700213"/>
            <a:ext cx="3502026" cy="4284662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 noProof="0"/>
              <a:t>Bild durch Klicken auf Symbol hinzufügen</a:t>
            </a:r>
            <a:endParaRPr lang="en-US" noProof="0"/>
          </a:p>
        </p:txBody>
      </p:sp>
      <p:sp>
        <p:nvSpPr>
          <p:cNvPr id="13" name="Bildplatzhalter 7">
            <a:extLst>
              <a:ext uri="{FF2B5EF4-FFF2-40B4-BE49-F238E27FC236}">
                <a16:creationId xmlns:a16="http://schemas.microsoft.com/office/drawing/2014/main" id="{42BFDA31-0A0D-E9C6-0BB6-A710E56C39CF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4344987" y="1700213"/>
            <a:ext cx="3502026" cy="4284662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 noProof="0"/>
              <a:t>Bild durch Klicken auf Symbol hinzufügen</a:t>
            </a:r>
            <a:endParaRPr lang="en-US" noProof="0" dirty="0"/>
          </a:p>
        </p:txBody>
      </p:sp>
      <p:cxnSp>
        <p:nvCxnSpPr>
          <p:cNvPr id="12" name="Gerader Verbinder 11">
            <a:extLst>
              <a:ext uri="{FF2B5EF4-FFF2-40B4-BE49-F238E27FC236}">
                <a16:creationId xmlns:a16="http://schemas.microsoft.com/office/drawing/2014/main" id="{29F9CA75-C987-443B-9AC3-D7F9D72C0896}"/>
              </a:ext>
            </a:extLst>
          </p:cNvPr>
          <p:cNvCxnSpPr/>
          <p:nvPr userDrawn="1"/>
        </p:nvCxnSpPr>
        <p:spPr bwMode="gray">
          <a:xfrm>
            <a:off x="0" y="6143625"/>
            <a:ext cx="12192000" cy="0"/>
          </a:xfrm>
          <a:prstGeom prst="line">
            <a:avLst/>
          </a:prstGeom>
          <a:ln w="190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Objekt 7" hidden="1">
            <a:extLst>
              <a:ext uri="{FF2B5EF4-FFF2-40B4-BE49-F238E27FC236}">
                <a16:creationId xmlns:a16="http://schemas.microsoft.com/office/drawing/2014/main" id="{2174C6A4-3B89-4478-A08C-B54D082B384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8744382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4" imgH="345" progId="TCLayout.ActiveDocument.1">
                  <p:embed/>
                </p:oleObj>
              </mc:Choice>
              <mc:Fallback>
                <p:oleObj name="think-cell Folie" r:id="rId3" imgW="344" imgH="345" progId="TCLayout.ActiveDocument.1">
                  <p:embed/>
                  <p:pic>
                    <p:nvPicPr>
                      <p:cNvPr id="8" name="Objekt 7" hidden="1">
                        <a:extLst>
                          <a:ext uri="{FF2B5EF4-FFF2-40B4-BE49-F238E27FC236}">
                            <a16:creationId xmlns:a16="http://schemas.microsoft.com/office/drawing/2014/main" id="{2174C6A4-3B89-4478-A08C-B54D082B384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A318EBD9-F5F5-405C-9B19-55E93DB7BE18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3AACE4C0-BFA0-4B40-8FD5-94381D08B980}" type="datetime1">
              <a:rPr lang="en-US" noProof="0" smtClean="0"/>
              <a:t>12/2/2025</a:t>
            </a:fld>
            <a:endParaRPr lang="en-US" noProof="0"/>
          </a:p>
        </p:txBody>
      </p:sp>
      <p:sp>
        <p:nvSpPr>
          <p:cNvPr id="10" name="Copyright Fraunhofer">
            <a:extLst>
              <a:ext uri="{FF2B5EF4-FFF2-40B4-BE49-F238E27FC236}">
                <a16:creationId xmlns:a16="http://schemas.microsoft.com/office/drawing/2014/main" id="{A65BD112-D0DA-4A2E-BD97-424BCF96C46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noProof="0"/>
              <a:t>© Fraunhofer IWES</a:t>
            </a:r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138D657B-7546-4822-9986-D7784748709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r>
              <a:rPr lang="en-US" noProof="0"/>
              <a:t>Slide </a:t>
            </a:r>
            <a:fld id="{401BA3E4-5E55-4F99-AF09-CC6D6B2539E2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4" name="Textplatzhalter 3">
            <a:extLst>
              <a:ext uri="{FF2B5EF4-FFF2-40B4-BE49-F238E27FC236}">
                <a16:creationId xmlns:a16="http://schemas.microsoft.com/office/drawing/2014/main" id="{E82919A2-B74E-4C2A-8007-4F0EA7B03AB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79425" y="778321"/>
            <a:ext cx="11233150" cy="319318"/>
          </a:xfrm>
        </p:spPr>
        <p:txBody>
          <a:bodyPr/>
          <a:lstStyle>
            <a:lvl1pPr>
              <a:defRPr sz="2000">
                <a:solidFill>
                  <a:schemeClr val="accent2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Subline</a:t>
            </a:r>
          </a:p>
        </p:txBody>
      </p:sp>
      <p:sp>
        <p:nvSpPr>
          <p:cNvPr id="15" name="Titelplatzhalter 1">
            <a:extLst>
              <a:ext uri="{FF2B5EF4-FFF2-40B4-BE49-F238E27FC236}">
                <a16:creationId xmlns:a16="http://schemas.microsoft.com/office/drawing/2014/main" id="{E36D0094-7C92-4CE7-9A06-BC97BFE1D7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79425" y="395588"/>
            <a:ext cx="11233150" cy="382733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/>
          <a:p>
            <a:r>
              <a:rPr lang="en-US" noProof="0"/>
              <a:t>Edit headline</a:t>
            </a:r>
          </a:p>
        </p:txBody>
      </p:sp>
    </p:spTree>
    <p:extLst>
      <p:ext uri="{BB962C8B-B14F-4D97-AF65-F5344CB8AC3E}">
        <p14:creationId xmlns:p14="http://schemas.microsoft.com/office/powerpoint/2010/main" val="34472780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53">
          <p15:clr>
            <a:srgbClr val="FBAE40"/>
          </p15:clr>
        </p15:guide>
        <p15:guide id="2" pos="3727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lauf Background - Headline/Sub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9841155F-D9FE-4421-BE55-E8DCECB4037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-2"/>
            <a:ext cx="12192000" cy="6158119"/>
          </a:xfrm>
          <a:prstGeom prst="rect">
            <a:avLst/>
          </a:prstGeom>
        </p:spPr>
      </p:pic>
      <p:graphicFrame>
        <p:nvGraphicFramePr>
          <p:cNvPr id="8" name="Objekt 7" hidden="1">
            <a:extLst>
              <a:ext uri="{FF2B5EF4-FFF2-40B4-BE49-F238E27FC236}">
                <a16:creationId xmlns:a16="http://schemas.microsoft.com/office/drawing/2014/main" id="{2174C6A4-3B89-4478-A08C-B54D082B384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8744382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344" imgH="345" progId="TCLayout.ActiveDocument.1">
                  <p:embed/>
                </p:oleObj>
              </mc:Choice>
              <mc:Fallback>
                <p:oleObj name="think-cell Folie" r:id="rId4" imgW="344" imgH="345" progId="TCLayout.ActiveDocument.1">
                  <p:embed/>
                  <p:pic>
                    <p:nvPicPr>
                      <p:cNvPr id="8" name="Objekt 7" hidden="1">
                        <a:extLst>
                          <a:ext uri="{FF2B5EF4-FFF2-40B4-BE49-F238E27FC236}">
                            <a16:creationId xmlns:a16="http://schemas.microsoft.com/office/drawing/2014/main" id="{2174C6A4-3B89-4478-A08C-B54D082B384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A318EBD9-F5F5-405C-9B19-55E93DB7BE18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6BBE7333-2DF4-417D-84A6-4C1EC6024486}" type="datetime1">
              <a:rPr lang="de-DE" noProof="0" smtClean="0"/>
              <a:t>02.12.2025</a:t>
            </a:fld>
            <a:endParaRPr lang="de-DE" noProof="0"/>
          </a:p>
        </p:txBody>
      </p:sp>
      <p:sp>
        <p:nvSpPr>
          <p:cNvPr id="10" name="Copyright Fraunhofer">
            <a:extLst>
              <a:ext uri="{FF2B5EF4-FFF2-40B4-BE49-F238E27FC236}">
                <a16:creationId xmlns:a16="http://schemas.microsoft.com/office/drawing/2014/main" id="{A65BD112-D0DA-4A2E-BD97-424BCF96C46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de-DE" noProof="0"/>
              <a:t>© Fraunhofer IWES</a:t>
            </a:r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138D657B-7546-4822-9986-D7784748709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r>
              <a:rPr lang="de-DE" noProof="0"/>
              <a:t>Seite </a:t>
            </a:r>
            <a:fld id="{401BA3E4-5E55-4F99-AF09-CC6D6B2539E2}" type="slidenum">
              <a:rPr lang="de-DE" noProof="0" smtClean="0"/>
              <a:pPr/>
              <a:t>‹#›</a:t>
            </a:fld>
            <a:endParaRPr lang="de-DE" noProof="0"/>
          </a:p>
        </p:txBody>
      </p:sp>
      <p:sp>
        <p:nvSpPr>
          <p:cNvPr id="14" name="Textplatzhalter 3">
            <a:extLst>
              <a:ext uri="{FF2B5EF4-FFF2-40B4-BE49-F238E27FC236}">
                <a16:creationId xmlns:a16="http://schemas.microsoft.com/office/drawing/2014/main" id="{E82919A2-B74E-4C2A-8007-4F0EA7B03AB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79425" y="778321"/>
            <a:ext cx="11233150" cy="319318"/>
          </a:xfrm>
        </p:spPr>
        <p:txBody>
          <a:bodyPr/>
          <a:lstStyle>
            <a:lvl1pPr>
              <a:defRPr sz="20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de-DE" noProof="0"/>
              <a:t>Subline</a:t>
            </a:r>
          </a:p>
        </p:txBody>
      </p:sp>
      <p:sp>
        <p:nvSpPr>
          <p:cNvPr id="15" name="Titelplatzhalter 1">
            <a:extLst>
              <a:ext uri="{FF2B5EF4-FFF2-40B4-BE49-F238E27FC236}">
                <a16:creationId xmlns:a16="http://schemas.microsoft.com/office/drawing/2014/main" id="{E36D0094-7C92-4CE7-9A06-BC97BFE1D78D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479425" y="395588"/>
            <a:ext cx="11233150" cy="382733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 noProof="0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654936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53" userDrawn="1">
          <p15:clr>
            <a:srgbClr val="FBAE40"/>
          </p15:clr>
        </p15:guide>
        <p15:guide id="2" pos="3727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ags" Target="../tags/tag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kt 7" hidden="1">
            <a:extLst>
              <a:ext uri="{FF2B5EF4-FFF2-40B4-BE49-F238E27FC236}">
                <a16:creationId xmlns:a16="http://schemas.microsoft.com/office/drawing/2014/main" id="{F507918F-B2AA-4A76-81D6-4E27E906E31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4"/>
            </p:custDataLst>
            <p:extLst>
              <p:ext uri="{D42A27DB-BD31-4B8C-83A1-F6EECF244321}">
                <p14:modId xmlns:p14="http://schemas.microsoft.com/office/powerpoint/2010/main" val="256521445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25" imgW="344" imgH="345" progId="TCLayout.ActiveDocument.1">
                  <p:embed/>
                </p:oleObj>
              </mc:Choice>
              <mc:Fallback>
                <p:oleObj name="think-cell Folie" r:id="rId25" imgW="344" imgH="345" progId="TCLayout.ActiveDocument.1">
                  <p:embed/>
                  <p:pic>
                    <p:nvPicPr>
                      <p:cNvPr id="8" name="Objekt 7" hidden="1">
                        <a:extLst>
                          <a:ext uri="{FF2B5EF4-FFF2-40B4-BE49-F238E27FC236}">
                            <a16:creationId xmlns:a16="http://schemas.microsoft.com/office/drawing/2014/main" id="{F507918F-B2AA-4A76-81D6-4E27E906E31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EA78C480-B66C-43DB-AAEB-3790EF5A7664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479425" y="395588"/>
            <a:ext cx="11233150" cy="382733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/>
          <a:p>
            <a:r>
              <a:rPr lang="de-DE" noProof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3ED48EE-75FC-48CE-8886-5B06675925EC}"/>
              </a:ext>
            </a:extLst>
          </p:cNvPr>
          <p:cNvSpPr>
            <a:spLocks noGrp="1"/>
          </p:cNvSpPr>
          <p:nvPr>
            <p:ph type="body" idx="1"/>
          </p:nvPr>
        </p:nvSpPr>
        <p:spPr bwMode="gray">
          <a:xfrm>
            <a:off x="478199" y="1703388"/>
            <a:ext cx="11234376" cy="2640595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/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</a:p>
          <a:p>
            <a:pPr lvl="5"/>
            <a:r>
              <a:rPr lang="de-DE" noProof="0"/>
              <a:t>Sechste Ebene</a:t>
            </a:r>
          </a:p>
          <a:p>
            <a:pPr lvl="6"/>
            <a:r>
              <a:rPr lang="de-DE" noProof="0"/>
              <a:t>Siebte Ebene</a:t>
            </a:r>
          </a:p>
          <a:p>
            <a:pPr lvl="7"/>
            <a:r>
              <a:rPr lang="de-DE" noProof="0"/>
              <a:t>Achte Ebene</a:t>
            </a:r>
          </a:p>
          <a:p>
            <a:pPr lvl="8"/>
            <a:r>
              <a:rPr lang="de-DE" noProof="0"/>
              <a:t>Neunte Ebene</a:t>
            </a:r>
          </a:p>
        </p:txBody>
      </p:sp>
      <p:sp>
        <p:nvSpPr>
          <p:cNvPr id="4" name="Datumsplatzhalter">
            <a:extLst>
              <a:ext uri="{FF2B5EF4-FFF2-40B4-BE49-F238E27FC236}">
                <a16:creationId xmlns:a16="http://schemas.microsoft.com/office/drawing/2014/main" id="{F9CDF1F4-2065-4A60-8377-ED9014CA8CBB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gray">
          <a:xfrm>
            <a:off x="1388048" y="6455836"/>
            <a:ext cx="720000" cy="123111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fld id="{18404E2F-0DC3-491D-BBFF-E567024868D0}" type="datetime1">
              <a:rPr lang="de-DE" noProof="0" smtClean="0"/>
              <a:t>02.12.2025</a:t>
            </a:fld>
            <a:endParaRPr lang="de-DE" noProof="0"/>
          </a:p>
        </p:txBody>
      </p:sp>
      <p:sp>
        <p:nvSpPr>
          <p:cNvPr id="5" name="Copyright Fraunhofer">
            <a:extLst>
              <a:ext uri="{FF2B5EF4-FFF2-40B4-BE49-F238E27FC236}">
                <a16:creationId xmlns:a16="http://schemas.microsoft.com/office/drawing/2014/main" id="{5FF3544A-E0F0-4101-A728-3DFB567F77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2297897" y="6455836"/>
            <a:ext cx="2952000" cy="123111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de-DE" noProof="0"/>
              <a:t>© Fraunhofer IWES</a:t>
            </a:r>
          </a:p>
        </p:txBody>
      </p:sp>
      <p:cxnSp>
        <p:nvCxnSpPr>
          <p:cNvPr id="34" name="Gerader Verbinder 33">
            <a:extLst>
              <a:ext uri="{FF2B5EF4-FFF2-40B4-BE49-F238E27FC236}">
                <a16:creationId xmlns:a16="http://schemas.microsoft.com/office/drawing/2014/main" id="{ED49F1F8-4B89-4B18-B579-CD843138501E}"/>
              </a:ext>
            </a:extLst>
          </p:cNvPr>
          <p:cNvCxnSpPr>
            <a:cxnSpLocks/>
          </p:cNvCxnSpPr>
          <p:nvPr userDrawn="1"/>
        </p:nvCxnSpPr>
        <p:spPr bwMode="gray">
          <a:xfrm>
            <a:off x="479425" y="1245411"/>
            <a:ext cx="360000" cy="0"/>
          </a:xfrm>
          <a:prstGeom prst="line">
            <a:avLst/>
          </a:prstGeom>
          <a:noFill/>
          <a:ln w="508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44" name="Informationsklassifizierung">
            <a:extLst>
              <a:ext uri="{FF2B5EF4-FFF2-40B4-BE49-F238E27FC236}">
                <a16:creationId xmlns:a16="http://schemas.microsoft.com/office/drawing/2014/main" id="{6C489D0F-950D-4913-86C7-7EB1061786F3}"/>
              </a:ext>
            </a:extLst>
          </p:cNvPr>
          <p:cNvSpPr txBox="1">
            <a:spLocks/>
          </p:cNvSpPr>
          <p:nvPr userDrawn="1"/>
        </p:nvSpPr>
        <p:spPr bwMode="gray">
          <a:xfrm>
            <a:off x="5373847" y="6455836"/>
            <a:ext cx="1444306" cy="123111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ctr"/>
            <a:endParaRPr lang="de-DE" sz="800" b="1" noProof="0">
              <a:latin typeface="+mj-lt"/>
            </a:endParaRP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93FFAE78-FC0D-4DC3-A58F-888E658BE2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9425" y="6455836"/>
            <a:ext cx="720000" cy="123111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 noProof="0"/>
              <a:t>Seite </a:t>
            </a:r>
            <a:fld id="{401BA3E4-5E55-4F99-AF09-CC6D6B2539E2}" type="slidenum">
              <a:rPr lang="de-DE" noProof="0" smtClean="0"/>
              <a:pPr/>
              <a:t>‹#›</a:t>
            </a:fld>
            <a:endParaRPr lang="de-DE" noProof="0"/>
          </a:p>
        </p:txBody>
      </p:sp>
      <p:pic>
        <p:nvPicPr>
          <p:cNvPr id="12" name="iwes_rgb">
            <a:extLst>
              <a:ext uri="{FF2B5EF4-FFF2-40B4-BE49-F238E27FC236}">
                <a16:creationId xmlns:a16="http://schemas.microsoft.com/office/drawing/2014/main" id="{49A3D5C0-F321-4933-AE00-578033E904DD}"/>
              </a:ext>
            </a:extLst>
          </p:cNvPr>
          <p:cNvPicPr>
            <a:picLocks noChangeAspect="1"/>
          </p:cNvPicPr>
          <p:nvPr userDrawn="1"/>
        </p:nvPicPr>
        <p:blipFill>
          <a:blip r:embed="rId2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9226" y="6334126"/>
            <a:ext cx="1404000" cy="372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6233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3" r:id="rId2"/>
    <p:sldLayoutId id="2147483659" r:id="rId3"/>
    <p:sldLayoutId id="2147483668" r:id="rId4"/>
    <p:sldLayoutId id="2147483665" r:id="rId5"/>
    <p:sldLayoutId id="2147483671" r:id="rId6"/>
    <p:sldLayoutId id="2147483664" r:id="rId7"/>
    <p:sldLayoutId id="2147483667" r:id="rId8"/>
    <p:sldLayoutId id="2147483684" r:id="rId9"/>
    <p:sldLayoutId id="2147483670" r:id="rId10"/>
    <p:sldLayoutId id="2147483672" r:id="rId11"/>
    <p:sldLayoutId id="2147483673" r:id="rId12"/>
    <p:sldLayoutId id="2147483685" r:id="rId13"/>
    <p:sldLayoutId id="2147483677" r:id="rId14"/>
    <p:sldLayoutId id="2147483679" r:id="rId15"/>
    <p:sldLayoutId id="2147483681" r:id="rId16"/>
    <p:sldLayoutId id="2147483682" r:id="rId17"/>
    <p:sldLayoutId id="2147483686" r:id="rId18"/>
    <p:sldLayoutId id="2147483687" r:id="rId19"/>
    <p:sldLayoutId id="2147483688" r:id="rId20"/>
    <p:sldLayoutId id="2147483689" r:id="rId21"/>
    <p:sldLayoutId id="2147483683" r:id="rId22"/>
  </p:sldLayoutIdLst>
  <p:hf hdr="0"/>
  <p:txStyles>
    <p:titleStyle>
      <a:lvl1pPr algn="l" defTabSz="914400" rtl="0" eaLnBrk="1" latinLnBrk="0" hangingPunct="1">
        <a:lnSpc>
          <a:spcPct val="110000"/>
        </a:lnSpc>
        <a:spcBef>
          <a:spcPct val="0"/>
        </a:spcBef>
        <a:buNone/>
        <a:defRPr sz="2400" b="0" kern="1200">
          <a:solidFill>
            <a:schemeClr val="accent2"/>
          </a:solidFill>
          <a:latin typeface="Frutiger LT Com 65 Bold" panose="020B0803030504020204" pitchFamily="34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900"/>
        </a:spcAft>
        <a:buFont typeface="Arial" panose="020B0604020202020204" pitchFamily="34" charset="0"/>
        <a:buNone/>
        <a:defRPr sz="1600" b="0" kern="1200">
          <a:solidFill>
            <a:schemeClr val="accent1"/>
          </a:solidFill>
          <a:latin typeface="+mj-lt"/>
          <a:ea typeface="+mn-ea"/>
          <a:cs typeface="+mn-cs"/>
        </a:defRPr>
      </a:lvl1pPr>
      <a:lvl2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900"/>
        </a:spcAft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0" indent="0" algn="l" defTabSz="914400" rtl="0" eaLnBrk="1" latinLnBrk="0" hangingPunct="1">
        <a:lnSpc>
          <a:spcPct val="110000"/>
        </a:lnSpc>
        <a:spcBef>
          <a:spcPts val="0"/>
        </a:spcBef>
        <a:buFont typeface="Arial" panose="020B0604020202020204" pitchFamily="34" charset="0"/>
        <a:buNone/>
        <a:defRPr sz="1400" b="0" kern="1200">
          <a:solidFill>
            <a:schemeClr val="tx1"/>
          </a:solidFill>
          <a:latin typeface="+mj-lt"/>
          <a:ea typeface="+mn-ea"/>
          <a:cs typeface="+mn-cs"/>
        </a:defRPr>
      </a:lvl3pPr>
      <a:lvl4pPr marL="180000" indent="-180000" algn="l" defTabSz="914400" rtl="0" eaLnBrk="1" latinLnBrk="0" hangingPunct="1">
        <a:lnSpc>
          <a:spcPct val="110000"/>
        </a:lnSpc>
        <a:spcBef>
          <a:spcPts val="0"/>
        </a:spcBef>
        <a:buClr>
          <a:schemeClr val="accent1"/>
        </a:buClr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360000" indent="-180000" algn="l" defTabSz="914400" rtl="0" eaLnBrk="1" latinLnBrk="0" hangingPunct="1">
        <a:lnSpc>
          <a:spcPct val="110000"/>
        </a:lnSpc>
        <a:spcBef>
          <a:spcPts val="0"/>
        </a:spcBef>
        <a:buClr>
          <a:schemeClr val="bg2"/>
        </a:buClr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540000" indent="-180000" algn="l" defTabSz="914400" rtl="0" eaLnBrk="1" latinLnBrk="0" hangingPunct="1">
        <a:lnSpc>
          <a:spcPct val="110000"/>
        </a:lnSpc>
        <a:spcBef>
          <a:spcPts val="0"/>
        </a:spcBef>
        <a:buClr>
          <a:schemeClr val="bg2"/>
        </a:buClr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16000" indent="-216000" algn="l" defTabSz="914400" rtl="0" eaLnBrk="1" latinLnBrk="0" hangingPunct="1">
        <a:lnSpc>
          <a:spcPct val="110000"/>
        </a:lnSpc>
        <a:spcBef>
          <a:spcPts val="0"/>
        </a:spcBef>
        <a:buClr>
          <a:schemeClr val="accent1"/>
        </a:buClr>
        <a:buFont typeface="+mj-lt"/>
        <a:buAutoNum type="arabicPeriod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432000" indent="-216000" algn="l" defTabSz="914400" rtl="0" eaLnBrk="1" latinLnBrk="0" hangingPunct="1">
        <a:lnSpc>
          <a:spcPct val="110000"/>
        </a:lnSpc>
        <a:spcBef>
          <a:spcPts val="0"/>
        </a:spcBef>
        <a:buClr>
          <a:schemeClr val="bg2"/>
        </a:buClr>
        <a:buFont typeface="+mj-lt"/>
        <a:buAutoNum type="arabicPeriod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648000" indent="-216000" algn="l" defTabSz="914400" rtl="0" eaLnBrk="1" latinLnBrk="0" hangingPunct="1">
        <a:lnSpc>
          <a:spcPct val="110000"/>
        </a:lnSpc>
        <a:spcBef>
          <a:spcPts val="0"/>
        </a:spcBef>
        <a:buClr>
          <a:schemeClr val="bg2"/>
        </a:buClr>
        <a:buFont typeface="+mj-lt"/>
        <a:buAutoNum type="arabicPeriod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02" userDrawn="1">
          <p15:clr>
            <a:srgbClr val="F26B43"/>
          </p15:clr>
        </p15:guide>
        <p15:guide id="2" pos="7378" userDrawn="1">
          <p15:clr>
            <a:srgbClr val="F26B43"/>
          </p15:clr>
        </p15:guide>
        <p15:guide id="3" orient="horz" pos="300" userDrawn="1">
          <p15:clr>
            <a:srgbClr val="F26B43"/>
          </p15:clr>
        </p15:guide>
        <p15:guide id="4" orient="horz" pos="4133" userDrawn="1">
          <p15:clr>
            <a:srgbClr val="F26B43"/>
          </p15:clr>
        </p15:guide>
        <p15:guide id="5" orient="horz" pos="3770" userDrawn="1">
          <p15:clr>
            <a:srgbClr val="F26B43"/>
          </p15:clr>
        </p15:guide>
        <p15:guide id="8" orient="horz" pos="1071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fik 14">
            <a:extLst>
              <a:ext uri="{FF2B5EF4-FFF2-40B4-BE49-F238E27FC236}">
                <a16:creationId xmlns:a16="http://schemas.microsoft.com/office/drawing/2014/main" id="{3FDDD691-DF62-2197-564C-EAFB47961F14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-2"/>
            <a:ext cx="12192000" cy="6858002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DBF55FDA-CA5F-1FD2-875E-7BA952BF553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9425" y="1554614"/>
            <a:ext cx="10043998" cy="1529462"/>
          </a:xfrm>
          <a:prstGeom prst="rect">
            <a:avLst/>
          </a:prstGeom>
        </p:spPr>
      </p:pic>
      <p:sp>
        <p:nvSpPr>
          <p:cNvPr id="12" name="Textfeld 11">
            <a:extLst>
              <a:ext uri="{FF2B5EF4-FFF2-40B4-BE49-F238E27FC236}">
                <a16:creationId xmlns:a16="http://schemas.microsoft.com/office/drawing/2014/main" id="{223743AA-45B2-9936-FB88-5A2C07862192}"/>
              </a:ext>
            </a:extLst>
          </p:cNvPr>
          <p:cNvSpPr txBox="1"/>
          <p:nvPr/>
        </p:nvSpPr>
        <p:spPr>
          <a:xfrm>
            <a:off x="4695754" y="1485401"/>
            <a:ext cx="3296160" cy="76944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lnSpc>
                <a:spcPts val="1960"/>
              </a:lnSpc>
              <a:buClr>
                <a:schemeClr val="accent1"/>
              </a:buClr>
            </a:pPr>
            <a:r>
              <a:rPr lang="de-DE" dirty="0">
                <a:solidFill>
                  <a:schemeClr val="bg1"/>
                </a:solidFill>
              </a:rPr>
              <a:t>     Forschung kompakt: </a:t>
            </a:r>
            <a:br>
              <a:rPr lang="de-DE" dirty="0">
                <a:solidFill>
                  <a:schemeClr val="bg1"/>
                </a:solidFill>
              </a:rPr>
            </a:br>
            <a:r>
              <a:rPr lang="de-DE" dirty="0">
                <a:solidFill>
                  <a:schemeClr val="bg1"/>
                </a:solidFill>
              </a:rPr>
              <a:t>Windenergie und Wasserstoff</a:t>
            </a:r>
            <a:br>
              <a:rPr lang="de-DE" dirty="0">
                <a:solidFill>
                  <a:schemeClr val="bg1"/>
                </a:solidFill>
              </a:rPr>
            </a:br>
            <a:r>
              <a:rPr lang="de-DE" dirty="0">
                <a:solidFill>
                  <a:schemeClr val="bg1"/>
                </a:solidFill>
              </a:rPr>
              <a:t>         zusammen denken</a:t>
            </a: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B00911EA-E291-94A8-7356-23B9A15C45EB}"/>
              </a:ext>
            </a:extLst>
          </p:cNvPr>
          <p:cNvSpPr txBox="1"/>
          <p:nvPr/>
        </p:nvSpPr>
        <p:spPr>
          <a:xfrm>
            <a:off x="9061450" y="6536074"/>
            <a:ext cx="3015976" cy="2185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lnSpc>
                <a:spcPts val="1960"/>
              </a:lnSpc>
              <a:buClr>
                <a:schemeClr val="accent1"/>
              </a:buClr>
            </a:pPr>
            <a:r>
              <a:rPr lang="de-DE" sz="800">
                <a:solidFill>
                  <a:schemeClr val="bg1"/>
                </a:solidFill>
              </a:rPr>
              <a:t>© Infografik: </a:t>
            </a:r>
            <a:r>
              <a:rPr lang="de-DE" sz="800" b="0" i="0">
                <a:solidFill>
                  <a:schemeClr val="bg1"/>
                </a:solidFill>
                <a:effectLst/>
              </a:rPr>
              <a:t>Fraunhofer IWES, Pictogramme: istock kadirkaba</a:t>
            </a:r>
            <a:endParaRPr lang="de-DE" sz="800">
              <a:solidFill>
                <a:schemeClr val="bg1"/>
              </a:solidFill>
            </a:endParaRPr>
          </a:p>
        </p:txBody>
      </p:sp>
      <p:sp>
        <p:nvSpPr>
          <p:cNvPr id="8" name="Textplatzhalter 3">
            <a:extLst>
              <a:ext uri="{FF2B5EF4-FFF2-40B4-BE49-F238E27FC236}">
                <a16:creationId xmlns:a16="http://schemas.microsoft.com/office/drawing/2014/main" id="{995BD611-0022-2C86-5A6E-2E9B75F3B37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 bwMode="gray">
          <a:xfrm>
            <a:off x="0" y="3386918"/>
            <a:ext cx="10647485" cy="2994832"/>
          </a:xfrm>
          <a:noFill/>
        </p:spPr>
        <p:txBody>
          <a:bodyPr/>
          <a:lstStyle/>
          <a:p>
            <a:r>
              <a:rPr lang="en-US" dirty="0"/>
              <a:t>17.06.2025</a:t>
            </a:r>
          </a:p>
          <a:p>
            <a:pPr lvl="1"/>
            <a:r>
              <a:rPr lang="en-US" dirty="0"/>
              <a:t>—</a:t>
            </a:r>
          </a:p>
          <a:p>
            <a:pPr lvl="2"/>
            <a:r>
              <a:rPr lang="en-US" dirty="0"/>
              <a:t>Calculation of Adapter to cardan shaft</a:t>
            </a:r>
            <a:br>
              <a:rPr lang="en-US" dirty="0"/>
            </a:br>
            <a:r>
              <a:rPr lang="en-US" dirty="0"/>
              <a:t>Adapter_Kupplung_20250304.wbpz</a:t>
            </a:r>
          </a:p>
          <a:p>
            <a:pPr lvl="3"/>
            <a:r>
              <a:rPr lang="en-US" dirty="0"/>
              <a:t>Deepak Petchimuthu</a:t>
            </a: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ACBDB009-5ED8-0D33-17B4-ABF51F44F3BF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734816" y="3232594"/>
            <a:ext cx="4281780" cy="3082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71819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0CBA34C-884C-6625-FCAC-767FCF122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Adapter to cardan shaft</a:t>
            </a:r>
            <a:endParaRPr lang="de-DE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5CD8B665-B8A0-842C-4BC0-2E2BD81FB9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82B2D-840F-4167-AD44-C02BC9C87CCB}" type="datetime1">
              <a:rPr lang="de-DE" noProof="0" smtClean="0"/>
              <a:t>02.12.2025</a:t>
            </a:fld>
            <a:endParaRPr lang="de-DE" noProof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1B6A396-90F6-5FAD-E76B-3DB97E52ED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noProof="0"/>
              <a:t>© Fraunhofer IWES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F204BFF-E654-CFE5-9A00-C0BCDF95B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 noProof="0"/>
              <a:t>Seite </a:t>
            </a:r>
            <a:fld id="{401BA3E4-5E55-4F99-AF09-CC6D6B2539E2}" type="slidenum">
              <a:rPr lang="de-DE" noProof="0" smtClean="0"/>
              <a:pPr/>
              <a:t>2</a:t>
            </a:fld>
            <a:endParaRPr lang="de-DE" noProof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1B0AAB30-367B-6495-C6EC-A5286D2895A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dirty="0"/>
              <a:t>W</a:t>
            </a:r>
            <a:r>
              <a:rPr lang="en-US" dirty="0"/>
              <a:t>EA-RiWa testbench setup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983BB630-EBA4-D2A6-92AB-3BF4CC40631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8200" y="1703388"/>
            <a:ext cx="9294450" cy="934487"/>
          </a:xfrm>
        </p:spPr>
        <p:txBody>
          <a:bodyPr/>
          <a:lstStyle/>
          <a:p>
            <a:pPr marL="285750" lvl="1" indent="-285750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b="1" dirty="0">
                <a:latin typeface="+mn-lt"/>
              </a:rPr>
              <a:t>Connection of cardan shaft to main shaft</a:t>
            </a:r>
          </a:p>
          <a:p>
            <a:pPr marL="285750" lvl="1" indent="-285750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b="1" dirty="0"/>
              <a:t>Transfer torque of the drive to the DUT</a:t>
            </a:r>
            <a:endParaRPr lang="en-US" b="1" dirty="0">
              <a:latin typeface="+mn-lt"/>
            </a:endParaRPr>
          </a:p>
          <a:p>
            <a:pPr marL="285750" lvl="1" indent="-285750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b="1" dirty="0"/>
              <a:t>Supports the cardan shaft </a:t>
            </a:r>
          </a:p>
          <a:p>
            <a:pPr marL="285750" lvl="1" indent="-285750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b="1" dirty="0">
                <a:latin typeface="+mn-lt"/>
              </a:rPr>
              <a:t>Up to 1e6 cycles: 3x DUT’s with up to 300000 rotations</a:t>
            </a:r>
            <a:endParaRPr lang="en-US" dirty="0">
              <a:latin typeface="+mn-lt"/>
            </a:endParaRP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77122984-C1F9-B564-C85B-FD78BBBE63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8373" y="778321"/>
            <a:ext cx="4631492" cy="3718089"/>
          </a:xfrm>
          <a:prstGeom prst="rect">
            <a:avLst/>
          </a:prstGeom>
        </p:spPr>
      </p:pic>
      <p:pic>
        <p:nvPicPr>
          <p:cNvPr id="16" name="Grafik 15">
            <a:extLst>
              <a:ext uri="{FF2B5EF4-FFF2-40B4-BE49-F238E27FC236}">
                <a16:creationId xmlns:a16="http://schemas.microsoft.com/office/drawing/2014/main" id="{446033A4-5524-C157-BCF0-0C61C4DADD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201" y="2932980"/>
            <a:ext cx="6553948" cy="3154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94406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2129BD-A5F6-9BA1-0FDC-75F5607652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7DAFA36-5FF0-4AA9-6760-641EFAAFD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Adapter to cardan shaft</a:t>
            </a:r>
            <a:endParaRPr lang="de-DE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A1990DEB-DD61-08B1-6F86-158E97070D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82B2D-840F-4167-AD44-C02BC9C87CCB}" type="datetime1">
              <a:rPr lang="de-DE" noProof="0" smtClean="0"/>
              <a:t>02.12.2025</a:t>
            </a:fld>
            <a:endParaRPr lang="de-DE" noProof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E15BB4C-CB86-3A69-6F83-226AB822A2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noProof="0"/>
              <a:t>© Fraunhofer IWES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DE74477-7934-BC4A-700E-F2CAE194C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 noProof="0"/>
              <a:t>Seite </a:t>
            </a:r>
            <a:fld id="{401BA3E4-5E55-4F99-AF09-CC6D6B2539E2}" type="slidenum">
              <a:rPr lang="de-DE" noProof="0" smtClean="0"/>
              <a:pPr/>
              <a:t>3</a:t>
            </a:fld>
            <a:endParaRPr lang="de-DE" noProof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F5CBDFE9-E85B-56B5-3D24-B0A4751B19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Geometry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BE432366-EE91-254A-6E54-721C269BC04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8200" y="1703388"/>
            <a:ext cx="9294450" cy="697499"/>
          </a:xfrm>
        </p:spPr>
        <p:txBody>
          <a:bodyPr/>
          <a:lstStyle/>
          <a:p>
            <a:pPr marL="285750" lvl="1" indent="-285750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b="1" dirty="0">
                <a:latin typeface="+mn-lt"/>
              </a:rPr>
              <a:t>Outer tube diameter 168,3 mm</a:t>
            </a:r>
          </a:p>
          <a:p>
            <a:pPr marL="285750" lvl="2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+mn-lt"/>
              </a:rPr>
              <a:t>Tube thickness 10 mm</a:t>
            </a:r>
          </a:p>
          <a:p>
            <a:pPr marL="285750" lvl="2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+mn-lt"/>
              </a:rPr>
              <a:t>Additional hole </a:t>
            </a:r>
            <a:r>
              <a:rPr lang="en-US" b="1" dirty="0" err="1">
                <a:latin typeface="+mn-lt"/>
              </a:rPr>
              <a:t>dia</a:t>
            </a:r>
            <a:r>
              <a:rPr lang="en-US" b="1" dirty="0">
                <a:latin typeface="+mn-lt"/>
              </a:rPr>
              <a:t> 10 mm in the tube</a:t>
            </a:r>
            <a:endParaRPr lang="en-US" dirty="0">
              <a:latin typeface="+mn-lt"/>
            </a:endParaRPr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6474AE25-AF09-CB6C-C7D6-731468A023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6628" y="1097254"/>
            <a:ext cx="6828674" cy="4982425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0339C2A4-4764-F842-B835-7604780B69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01" y="2997246"/>
            <a:ext cx="4281780" cy="3082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24960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fik 11">
            <a:extLst>
              <a:ext uri="{FF2B5EF4-FFF2-40B4-BE49-F238E27FC236}">
                <a16:creationId xmlns:a16="http://schemas.microsoft.com/office/drawing/2014/main" id="{03DF9325-D195-BF99-FF87-CA7B648E73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8570" y="2950234"/>
            <a:ext cx="5362556" cy="3129445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30CBA34C-884C-6625-FCAC-767FCF122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Adapter to cardan shaft</a:t>
            </a:r>
            <a:endParaRPr lang="de-DE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5CD8B665-B8A0-842C-4BC0-2E2BD81FB9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82B2D-840F-4167-AD44-C02BC9C87CCB}" type="datetime1">
              <a:rPr lang="de-DE" noProof="0" smtClean="0"/>
              <a:t>02.12.2025</a:t>
            </a:fld>
            <a:endParaRPr lang="de-DE" noProof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1B6A396-90F6-5FAD-E76B-3DB97E52ED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noProof="0"/>
              <a:t>© Fraunhofer IWES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F204BFF-E654-CFE5-9A00-C0BCDF95B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 noProof="0"/>
              <a:t>Seite </a:t>
            </a:r>
            <a:fld id="{401BA3E4-5E55-4F99-AF09-CC6D6B2539E2}" type="slidenum">
              <a:rPr lang="de-DE" noProof="0" smtClean="0"/>
              <a:pPr/>
              <a:t>4</a:t>
            </a:fld>
            <a:endParaRPr lang="de-DE" noProof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1B0AAB30-367B-6495-C6EC-A5286D2895A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Bolt flange to main shaft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983BB630-EBA4-D2A6-92AB-3BF4CC40631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8200" y="1703388"/>
            <a:ext cx="5418103" cy="2693045"/>
          </a:xfrm>
        </p:spPr>
        <p:txBody>
          <a:bodyPr/>
          <a:lstStyle/>
          <a:p>
            <a:pPr marL="285750" indent="-285750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b="1" noProof="0" dirty="0">
                <a:latin typeface="+mn-lt"/>
              </a:rPr>
              <a:t>10x M20 10.9</a:t>
            </a:r>
          </a:p>
          <a:p>
            <a:pPr marL="285750" indent="-285750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b="1" noProof="0" dirty="0">
                <a:latin typeface="+mn-lt"/>
              </a:rPr>
              <a:t>Stress area: 		As = 244.8 mm² </a:t>
            </a:r>
            <a:br>
              <a:rPr lang="en-US" b="1" noProof="0" dirty="0">
                <a:latin typeface="+mn-lt"/>
              </a:rPr>
            </a:br>
            <a:r>
              <a:rPr lang="en-US" b="1" noProof="0" dirty="0">
                <a:latin typeface="+mn-lt"/>
              </a:rPr>
              <a:t>Stress diameter: 	</a:t>
            </a:r>
            <a:r>
              <a:rPr lang="en-US" b="1" noProof="0" dirty="0">
                <a:latin typeface="+mn-lt"/>
                <a:sym typeface="Wingdings" panose="05000000000000000000" pitchFamily="2" charset="2"/>
              </a:rPr>
              <a:t>ds = 17.65 mm</a:t>
            </a:r>
            <a:br>
              <a:rPr lang="en-US" b="1" noProof="0" dirty="0">
                <a:latin typeface="+mn-lt"/>
              </a:rPr>
            </a:br>
            <a:r>
              <a:rPr lang="en-US" b="1" noProof="0" dirty="0">
                <a:latin typeface="+mn-lt"/>
              </a:rPr>
              <a:t>P = 2.5</a:t>
            </a:r>
          </a:p>
          <a:p>
            <a:pPr marL="285750" indent="-285750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b="1" dirty="0">
                <a:latin typeface="+mn-lt"/>
              </a:rPr>
              <a:t>Pretension</a:t>
            </a:r>
            <a:r>
              <a:rPr lang="en-US" b="1" noProof="0" dirty="0">
                <a:latin typeface="+mn-lt"/>
              </a:rPr>
              <a:t> (90%,µ</a:t>
            </a:r>
            <a:r>
              <a:rPr lang="en-US" b="1" baseline="-25000" noProof="0" dirty="0">
                <a:latin typeface="+mn-lt"/>
              </a:rPr>
              <a:t>K/G</a:t>
            </a:r>
            <a:r>
              <a:rPr lang="en-US" b="1" noProof="0" dirty="0">
                <a:latin typeface="+mn-lt"/>
              </a:rPr>
              <a:t>=0,12) </a:t>
            </a:r>
            <a:r>
              <a:rPr lang="en-US" b="1" noProof="0" dirty="0" err="1">
                <a:latin typeface="+mn-lt"/>
              </a:rPr>
              <a:t>F</a:t>
            </a:r>
            <a:r>
              <a:rPr lang="en-US" b="1" baseline="-25000" noProof="0" dirty="0" err="1">
                <a:latin typeface="+mn-lt"/>
              </a:rPr>
              <a:t>Mmax</a:t>
            </a:r>
            <a:r>
              <a:rPr lang="en-US" b="1" noProof="0" dirty="0">
                <a:latin typeface="+mn-lt"/>
              </a:rPr>
              <a:t> = 185.8kN</a:t>
            </a:r>
            <a:br>
              <a:rPr lang="en-US" b="1" noProof="0" dirty="0">
                <a:latin typeface="+mn-lt"/>
              </a:rPr>
            </a:br>
            <a:r>
              <a:rPr lang="en-US" b="1" noProof="0" dirty="0">
                <a:latin typeface="+mn-lt"/>
              </a:rPr>
              <a:t>		</a:t>
            </a:r>
            <a:r>
              <a:rPr lang="en-US" b="1" noProof="0" dirty="0" err="1">
                <a:latin typeface="+mn-lt"/>
              </a:rPr>
              <a:t>F</a:t>
            </a:r>
            <a:r>
              <a:rPr lang="en-US" b="1" baseline="-25000" noProof="0" dirty="0" err="1">
                <a:latin typeface="+mn-lt"/>
              </a:rPr>
              <a:t>Mmin</a:t>
            </a:r>
            <a:r>
              <a:rPr lang="en-US" b="1" noProof="0" dirty="0">
                <a:latin typeface="+mn-lt"/>
              </a:rPr>
              <a:t> = 185.8kN / 1.4 = 132.7kN</a:t>
            </a:r>
          </a:p>
          <a:p>
            <a:pPr marL="285750" indent="-285750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b="1" noProof="0" dirty="0">
                <a:latin typeface="+mn-lt"/>
              </a:rPr>
              <a:t>Tightening torque = 592 Nm</a:t>
            </a:r>
          </a:p>
          <a:p>
            <a:pPr marL="285750" indent="-285750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b="1" noProof="0" dirty="0">
                <a:latin typeface="+mn-lt"/>
              </a:rPr>
              <a:t>Friction µ = 0.2 (steel to steel)</a:t>
            </a:r>
            <a:endParaRPr lang="en-US" noProof="0" dirty="0">
              <a:latin typeface="+mn-lt"/>
            </a:endParaRPr>
          </a:p>
          <a:p>
            <a:pPr marL="285750" indent="-285750"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noProof="0" dirty="0">
              <a:latin typeface="+mn-lt"/>
            </a:endParaRPr>
          </a:p>
          <a:p>
            <a:pPr marL="285750" indent="-285750"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noProof="0" dirty="0">
              <a:latin typeface="+mn-lt"/>
            </a:endParaRPr>
          </a:p>
        </p:txBody>
      </p: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FF9F187B-FBB7-74BF-A3CD-60E3B5667F7B}"/>
              </a:ext>
            </a:extLst>
          </p:cNvPr>
          <p:cNvCxnSpPr>
            <a:cxnSpLocks/>
          </p:cNvCxnSpPr>
          <p:nvPr/>
        </p:nvCxnSpPr>
        <p:spPr>
          <a:xfrm>
            <a:off x="6912643" y="3594519"/>
            <a:ext cx="937395" cy="0"/>
          </a:xfrm>
          <a:prstGeom prst="line">
            <a:avLst/>
          </a:prstGeom>
          <a:ln w="114300">
            <a:solidFill>
              <a:srgbClr val="C0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Gerader Verbinder 8">
            <a:extLst>
              <a:ext uri="{FF2B5EF4-FFF2-40B4-BE49-F238E27FC236}">
                <a16:creationId xmlns:a16="http://schemas.microsoft.com/office/drawing/2014/main" id="{6B75F255-DDD2-C745-FB0A-1409C15DF6E3}"/>
              </a:ext>
            </a:extLst>
          </p:cNvPr>
          <p:cNvCxnSpPr>
            <a:cxnSpLocks/>
          </p:cNvCxnSpPr>
          <p:nvPr/>
        </p:nvCxnSpPr>
        <p:spPr>
          <a:xfrm>
            <a:off x="6912643" y="5387034"/>
            <a:ext cx="911515" cy="0"/>
          </a:xfrm>
          <a:prstGeom prst="line">
            <a:avLst/>
          </a:prstGeom>
          <a:ln w="114300">
            <a:solidFill>
              <a:srgbClr val="C0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756063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BFF831-4A07-190F-874A-A52B1D6FE9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rafik 17">
            <a:extLst>
              <a:ext uri="{FF2B5EF4-FFF2-40B4-BE49-F238E27FC236}">
                <a16:creationId xmlns:a16="http://schemas.microsoft.com/office/drawing/2014/main" id="{93246D6C-31CA-4B45-5692-745D7D82B6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6033" y="834274"/>
            <a:ext cx="4131853" cy="3303302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B62D4404-41BC-5CE2-1804-8333118E97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Adapter to cardan shaft</a:t>
            </a:r>
            <a:endParaRPr lang="de-DE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5C07CE33-4779-0FC6-AB19-FF9F38A4DF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82B2D-840F-4167-AD44-C02BC9C87CCB}" type="datetime1">
              <a:rPr lang="de-DE" noProof="0" smtClean="0"/>
              <a:t>02.12.2025</a:t>
            </a:fld>
            <a:endParaRPr lang="de-DE" noProof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6484F87-61E2-6D77-3AEA-7698D18F0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noProof="0"/>
              <a:t>© Fraunhofer IWES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FAAF4E8-664E-C96A-14AC-344C62285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 noProof="0"/>
              <a:t>Seite </a:t>
            </a:r>
            <a:fld id="{401BA3E4-5E55-4F99-AF09-CC6D6B2539E2}" type="slidenum">
              <a:rPr lang="de-DE" noProof="0" smtClean="0"/>
              <a:pPr/>
              <a:t>5</a:t>
            </a:fld>
            <a:endParaRPr lang="de-DE" noProof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FC37D68F-F035-FE8E-0C75-DF46229E0E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Mesh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1EC12EB7-3DED-9FD7-D36D-81B03FFB6DA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8200" y="1703388"/>
            <a:ext cx="5418103" cy="1338828"/>
          </a:xfrm>
        </p:spPr>
        <p:txBody>
          <a:bodyPr/>
          <a:lstStyle/>
          <a:p>
            <a:pPr marL="285750" indent="-285750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b="1" noProof="0" dirty="0">
                <a:latin typeface="+mn-lt"/>
              </a:rPr>
              <a:t>Hex mesh (quadratic)</a:t>
            </a:r>
          </a:p>
          <a:p>
            <a:pPr marL="285750" indent="-285750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b="1" dirty="0">
                <a:latin typeface="+mn-lt"/>
              </a:rPr>
              <a:t>Average element quality: 0.93</a:t>
            </a:r>
          </a:p>
          <a:p>
            <a:pPr marL="285750" indent="-285750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b="1" noProof="0" dirty="0">
                <a:latin typeface="+mn-lt"/>
              </a:rPr>
              <a:t>128485 Node</a:t>
            </a:r>
            <a:r>
              <a:rPr lang="en-US" b="1" dirty="0">
                <a:latin typeface="+mn-lt"/>
              </a:rPr>
              <a:t>s / 25127 Elements</a:t>
            </a:r>
            <a:endParaRPr lang="en-US" noProof="0" dirty="0">
              <a:latin typeface="+mn-lt"/>
            </a:endParaRPr>
          </a:p>
          <a:p>
            <a:pPr marL="285750" indent="-285750"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noProof="0" dirty="0">
              <a:latin typeface="+mn-lt"/>
            </a:endParaRPr>
          </a:p>
          <a:p>
            <a:pPr marL="285750" indent="-285750"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noProof="0" dirty="0">
              <a:latin typeface="+mn-lt"/>
            </a:endParaRPr>
          </a:p>
        </p:txBody>
      </p:sp>
      <p:pic>
        <p:nvPicPr>
          <p:cNvPr id="16" name="Grafik 15">
            <a:extLst>
              <a:ext uri="{FF2B5EF4-FFF2-40B4-BE49-F238E27FC236}">
                <a16:creationId xmlns:a16="http://schemas.microsoft.com/office/drawing/2014/main" id="{A86E3501-4508-E7DE-BE6D-42A5736BD2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8912" y="3253453"/>
            <a:ext cx="5418104" cy="2826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58059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CC8975-D607-80C0-EC7C-A3A33C5259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74D6657-257D-5C87-6DE4-D2BCC0BE4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Adapter to cardan shaft</a:t>
            </a:r>
            <a:endParaRPr lang="de-DE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C2E0E26E-806A-C702-491E-4ADD480420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82B2D-840F-4167-AD44-C02BC9C87CCB}" type="datetime1">
              <a:rPr lang="de-DE" noProof="0" smtClean="0"/>
              <a:t>02.12.2025</a:t>
            </a:fld>
            <a:endParaRPr lang="de-DE" noProof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0CD3AF1-E7D8-6D02-15C6-976A987CAE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noProof="0"/>
              <a:t>© Fraunhofer IWES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7C1BA86-39B3-BA80-8B75-7876A7D01F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 noProof="0"/>
              <a:t>Seite </a:t>
            </a:r>
            <a:fld id="{401BA3E4-5E55-4F99-AF09-CC6D6B2539E2}" type="slidenum">
              <a:rPr lang="de-DE" noProof="0" smtClean="0"/>
              <a:pPr/>
              <a:t>6</a:t>
            </a:fld>
            <a:endParaRPr lang="de-DE" noProof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49E01DA2-4896-3848-E83E-8442FC13FFC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Masses added to the Adapter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29559DFE-8051-974C-02FE-E48FC3D5CCD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8200" y="1703388"/>
            <a:ext cx="11624660" cy="1000274"/>
          </a:xfrm>
        </p:spPr>
        <p:txBody>
          <a:bodyPr/>
          <a:lstStyle/>
          <a:p>
            <a:pPr marL="285750" indent="-285750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b="1" dirty="0">
                <a:latin typeface="+mn-lt"/>
              </a:rPr>
              <a:t>Mass Adapter			Mass cardan shaft				Mass bolts</a:t>
            </a:r>
          </a:p>
          <a:p>
            <a:pPr lvl="2"/>
            <a:r>
              <a:rPr lang="en-US" b="1" dirty="0"/>
              <a:t>	</a:t>
            </a:r>
            <a:r>
              <a:rPr lang="en-US" b="1" dirty="0">
                <a:latin typeface="+mn-lt"/>
              </a:rPr>
              <a:t>			Half mass of cardan shaft			</a:t>
            </a:r>
            <a:r>
              <a:rPr lang="en-US" noProof="0" dirty="0"/>
              <a:t>10x bolts M20x80 &amp; nuts + 20x washer</a:t>
            </a:r>
            <a:endParaRPr lang="en-US" b="1" dirty="0">
              <a:latin typeface="+mn-lt"/>
            </a:endParaRPr>
          </a:p>
          <a:p>
            <a:pPr lvl="2"/>
            <a:r>
              <a:rPr lang="en-US" b="1" dirty="0">
                <a:latin typeface="+mn-lt"/>
              </a:rPr>
              <a:t>	</a:t>
            </a:r>
            <a:r>
              <a:rPr lang="en-US" b="1" dirty="0">
                <a:latin typeface="+mn-lt"/>
                <a:sym typeface="Wingdings" panose="05000000000000000000" pitchFamily="2" charset="2"/>
              </a:rPr>
              <a:t> 47.9 kg</a:t>
            </a:r>
            <a:r>
              <a:rPr lang="en-US" b="1" dirty="0">
                <a:latin typeface="+mn-lt"/>
              </a:rPr>
              <a:t>				</a:t>
            </a:r>
            <a:r>
              <a:rPr lang="en-US" b="1" dirty="0">
                <a:latin typeface="+mn-lt"/>
                <a:sym typeface="Wingdings" panose="05000000000000000000" pitchFamily="2" charset="2"/>
              </a:rPr>
              <a:t> 180 kg</a:t>
            </a:r>
            <a:r>
              <a:rPr lang="en-US" b="1" dirty="0">
                <a:latin typeface="+mn-lt"/>
              </a:rPr>
              <a:t>					</a:t>
            </a:r>
            <a:r>
              <a:rPr lang="en-US" b="1" dirty="0">
                <a:latin typeface="+mn-lt"/>
                <a:sym typeface="Wingdings" panose="05000000000000000000" pitchFamily="2" charset="2"/>
              </a:rPr>
              <a:t> 3.4 kg</a:t>
            </a:r>
            <a:endParaRPr lang="en-US" b="1" dirty="0">
              <a:latin typeface="+mn-lt"/>
            </a:endParaRPr>
          </a:p>
          <a:p>
            <a:pPr>
              <a:spcAft>
                <a:spcPts val="0"/>
              </a:spcAft>
            </a:pPr>
            <a:endParaRPr lang="en-US" dirty="0">
              <a:latin typeface="+mn-lt"/>
            </a:endParaRP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131AD74F-EB48-2061-3271-2BFE3157EE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615" y="2634551"/>
            <a:ext cx="3418563" cy="2639056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CA64C0A0-D4D9-F2C1-CBB5-1A26845828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2265" y="2643115"/>
            <a:ext cx="3407470" cy="2630492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81B30D3A-9A9B-39A2-59BF-CD24E5BB2C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70018" y="2634551"/>
            <a:ext cx="3418563" cy="2639056"/>
          </a:xfrm>
          <a:prstGeom prst="rect">
            <a:avLst/>
          </a:prstGeom>
        </p:spPr>
      </p:pic>
      <p:cxnSp>
        <p:nvCxnSpPr>
          <p:cNvPr id="18" name="Gerade Verbindung mit Pfeil 17">
            <a:extLst>
              <a:ext uri="{FF2B5EF4-FFF2-40B4-BE49-F238E27FC236}">
                <a16:creationId xmlns:a16="http://schemas.microsoft.com/office/drawing/2014/main" id="{44642F74-4370-CFFA-35AB-96E6809D84BA}"/>
              </a:ext>
            </a:extLst>
          </p:cNvPr>
          <p:cNvCxnSpPr>
            <a:cxnSpLocks/>
          </p:cNvCxnSpPr>
          <p:nvPr/>
        </p:nvCxnSpPr>
        <p:spPr>
          <a:xfrm flipH="1">
            <a:off x="7430465" y="4333461"/>
            <a:ext cx="429485" cy="370861"/>
          </a:xfrm>
          <a:prstGeom prst="straightConnector1">
            <a:avLst/>
          </a:prstGeom>
          <a:ln w="25400">
            <a:solidFill>
              <a:srgbClr val="C00000"/>
            </a:solidFill>
            <a:headEnd type="none" w="med" len="med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Gerade Verbindung mit Pfeil 20">
            <a:extLst>
              <a:ext uri="{FF2B5EF4-FFF2-40B4-BE49-F238E27FC236}">
                <a16:creationId xmlns:a16="http://schemas.microsoft.com/office/drawing/2014/main" id="{1D3F8CC8-3F4E-5569-B305-761858A2A996}"/>
              </a:ext>
            </a:extLst>
          </p:cNvPr>
          <p:cNvCxnSpPr>
            <a:cxnSpLocks/>
          </p:cNvCxnSpPr>
          <p:nvPr/>
        </p:nvCxnSpPr>
        <p:spPr>
          <a:xfrm flipH="1">
            <a:off x="10793003" y="3980022"/>
            <a:ext cx="429485" cy="370861"/>
          </a:xfrm>
          <a:prstGeom prst="straightConnector1">
            <a:avLst/>
          </a:prstGeom>
          <a:ln w="25400">
            <a:solidFill>
              <a:srgbClr val="C00000"/>
            </a:solidFill>
            <a:headEnd type="none" w="med" len="med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Gerade Verbindung mit Pfeil 21">
            <a:extLst>
              <a:ext uri="{FF2B5EF4-FFF2-40B4-BE49-F238E27FC236}">
                <a16:creationId xmlns:a16="http://schemas.microsoft.com/office/drawing/2014/main" id="{50C1D11C-4298-923E-F611-A31C175950BC}"/>
              </a:ext>
            </a:extLst>
          </p:cNvPr>
          <p:cNvCxnSpPr>
            <a:cxnSpLocks/>
          </p:cNvCxnSpPr>
          <p:nvPr/>
        </p:nvCxnSpPr>
        <p:spPr>
          <a:xfrm flipH="1">
            <a:off x="2232639" y="3250447"/>
            <a:ext cx="429485" cy="370861"/>
          </a:xfrm>
          <a:prstGeom prst="straightConnector1">
            <a:avLst/>
          </a:prstGeom>
          <a:ln w="25400">
            <a:solidFill>
              <a:srgbClr val="C00000"/>
            </a:solidFill>
            <a:headEnd type="none" w="med" len="med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48519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0CBA34C-884C-6625-FCAC-767FCF122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Adapter to cardan shaft</a:t>
            </a:r>
            <a:endParaRPr lang="de-DE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5CD8B665-B8A0-842C-4BC0-2E2BD81FB9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82B2D-840F-4167-AD44-C02BC9C87CCB}" type="datetime1">
              <a:rPr lang="de-DE" noProof="0" smtClean="0"/>
              <a:t>02.12.2025</a:t>
            </a:fld>
            <a:endParaRPr lang="de-DE" noProof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1B6A396-90F6-5FAD-E76B-3DB97E52ED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noProof="0"/>
              <a:t>© Fraunhofer IWES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F204BFF-E654-CFE5-9A00-C0BCDF95B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 noProof="0"/>
              <a:t>Seite </a:t>
            </a:r>
            <a:fld id="{401BA3E4-5E55-4F99-AF09-CC6D6B2539E2}" type="slidenum">
              <a:rPr lang="de-DE" noProof="0" smtClean="0"/>
              <a:pPr/>
              <a:t>7</a:t>
            </a:fld>
            <a:endParaRPr lang="de-DE" noProof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1B0AAB30-367B-6495-C6EC-A5286D2895A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Boundary conditions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983BB630-EBA4-D2A6-92AB-3BF4CC40631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8200" y="1703388"/>
            <a:ext cx="9294450" cy="763286"/>
          </a:xfrm>
        </p:spPr>
        <p:txBody>
          <a:bodyPr/>
          <a:lstStyle/>
          <a:p>
            <a:pPr marL="285750" indent="-285750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b="1" dirty="0">
                <a:latin typeface="+mn-lt"/>
              </a:rPr>
              <a:t>Fatigue case: LC 2 positive and 		LC 3 negative self weight</a:t>
            </a:r>
          </a:p>
          <a:p>
            <a:pPr lvl="2"/>
            <a:endParaRPr lang="en-US" b="1" dirty="0">
              <a:latin typeface="+mn-lt"/>
            </a:endParaRPr>
          </a:p>
          <a:p>
            <a:pPr>
              <a:spcAft>
                <a:spcPts val="0"/>
              </a:spcAft>
            </a:pPr>
            <a:endParaRPr lang="en-US" dirty="0">
              <a:latin typeface="+mn-lt"/>
            </a:endParaRPr>
          </a:p>
        </p:txBody>
      </p:sp>
      <p:pic>
        <p:nvPicPr>
          <p:cNvPr id="16" name="Grafik 15">
            <a:extLst>
              <a:ext uri="{FF2B5EF4-FFF2-40B4-BE49-F238E27FC236}">
                <a16:creationId xmlns:a16="http://schemas.microsoft.com/office/drawing/2014/main" id="{24895610-FC98-6640-4F1E-53DF438797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036" y="2054108"/>
            <a:ext cx="5214621" cy="4025573"/>
          </a:xfrm>
          <a:prstGeom prst="rect">
            <a:avLst/>
          </a:prstGeom>
        </p:spPr>
      </p:pic>
      <p:pic>
        <p:nvPicPr>
          <p:cNvPr id="14" name="Grafik 13">
            <a:extLst>
              <a:ext uri="{FF2B5EF4-FFF2-40B4-BE49-F238E27FC236}">
                <a16:creationId xmlns:a16="http://schemas.microsoft.com/office/drawing/2014/main" id="{315B0286-1307-75F2-0BDE-E8BFA02344A7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245821" y="2054108"/>
            <a:ext cx="5214619" cy="4025572"/>
          </a:xfrm>
          <a:prstGeom prst="rect">
            <a:avLst/>
          </a:prstGeom>
        </p:spPr>
      </p:pic>
      <p:cxnSp>
        <p:nvCxnSpPr>
          <p:cNvPr id="8" name="Gerade Verbindung mit Pfeil 7">
            <a:extLst>
              <a:ext uri="{FF2B5EF4-FFF2-40B4-BE49-F238E27FC236}">
                <a16:creationId xmlns:a16="http://schemas.microsoft.com/office/drawing/2014/main" id="{7B32097A-6ED4-C03F-9942-0186BAD37AAB}"/>
              </a:ext>
            </a:extLst>
          </p:cNvPr>
          <p:cNvCxnSpPr>
            <a:cxnSpLocks/>
          </p:cNvCxnSpPr>
          <p:nvPr/>
        </p:nvCxnSpPr>
        <p:spPr>
          <a:xfrm flipV="1">
            <a:off x="5747091" y="3534024"/>
            <a:ext cx="576367" cy="79424"/>
          </a:xfrm>
          <a:prstGeom prst="straightConnector1">
            <a:avLst/>
          </a:prstGeom>
          <a:ln w="25400">
            <a:solidFill>
              <a:srgbClr val="C00000"/>
            </a:solidFill>
            <a:headEnd type="none" w="med" len="med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feld 9">
            <a:extLst>
              <a:ext uri="{FF2B5EF4-FFF2-40B4-BE49-F238E27FC236}">
                <a16:creationId xmlns:a16="http://schemas.microsoft.com/office/drawing/2014/main" id="{3E77DFED-AED1-CF7F-0358-66BC29548644}"/>
              </a:ext>
            </a:extLst>
          </p:cNvPr>
          <p:cNvSpPr txBox="1"/>
          <p:nvPr/>
        </p:nvSpPr>
        <p:spPr>
          <a:xfrm>
            <a:off x="4741581" y="3371909"/>
            <a:ext cx="1126912" cy="49462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lnSpc>
                <a:spcPts val="1960"/>
              </a:lnSpc>
              <a:buClr>
                <a:schemeClr val="accent1"/>
              </a:buClr>
            </a:pPr>
            <a:r>
              <a:rPr lang="en-US" sz="1400" noProof="0" dirty="0"/>
              <a:t>Backside fixed </a:t>
            </a:r>
          </a:p>
          <a:p>
            <a:pPr algn="ctr">
              <a:lnSpc>
                <a:spcPts val="1960"/>
              </a:lnSpc>
              <a:buClr>
                <a:schemeClr val="accent1"/>
              </a:buClr>
            </a:pPr>
            <a:r>
              <a:rPr lang="en-US" sz="1400" noProof="0" dirty="0"/>
              <a:t>in all cases</a:t>
            </a:r>
          </a:p>
        </p:txBody>
      </p:sp>
    </p:spTree>
    <p:extLst>
      <p:ext uri="{BB962C8B-B14F-4D97-AF65-F5344CB8AC3E}">
        <p14:creationId xmlns:p14="http://schemas.microsoft.com/office/powerpoint/2010/main" val="23199173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BF91FC-04E1-1151-3318-F39C236C89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FD42CCD-B6E9-679E-0F7D-04662DF519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Adapter to cardan shaft</a:t>
            </a:r>
            <a:endParaRPr lang="de-DE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F8C5791-ECFF-4473-EF56-5E3F2A8F27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82B2D-840F-4167-AD44-C02BC9C87CCB}" type="datetime1">
              <a:rPr lang="de-DE" noProof="0" smtClean="0"/>
              <a:t>02.12.2025</a:t>
            </a:fld>
            <a:endParaRPr lang="de-DE" noProof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774229C-D767-51B8-452B-3191556545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noProof="0"/>
              <a:t>© Fraunhofer IWES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B62B564-64F0-DDEA-CC13-8271F4917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 noProof="0"/>
              <a:t>Seite </a:t>
            </a:r>
            <a:fld id="{401BA3E4-5E55-4F99-AF09-CC6D6B2539E2}" type="slidenum">
              <a:rPr lang="de-DE" noProof="0" smtClean="0"/>
              <a:pPr/>
              <a:t>8</a:t>
            </a:fld>
            <a:endParaRPr lang="de-DE" noProof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9B3D1391-2C2A-220B-73F5-76B67DCBD3F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Boundary conditions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44328BE6-CB97-A200-EDE0-BB078C9F8BB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8200" y="1703388"/>
            <a:ext cx="9294450" cy="763286"/>
          </a:xfrm>
        </p:spPr>
        <p:txBody>
          <a:bodyPr/>
          <a:lstStyle/>
          <a:p>
            <a:pPr marL="285750" indent="-285750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b="1" dirty="0">
                <a:latin typeface="+mn-lt"/>
              </a:rPr>
              <a:t>Extreme case: LC 4 Max. Torque load 56 kNm</a:t>
            </a:r>
          </a:p>
          <a:p>
            <a:pPr lvl="2"/>
            <a:endParaRPr lang="en-US" b="1" dirty="0">
              <a:latin typeface="+mn-lt"/>
            </a:endParaRPr>
          </a:p>
          <a:p>
            <a:pPr>
              <a:spcAft>
                <a:spcPts val="0"/>
              </a:spcAft>
            </a:pPr>
            <a:endParaRPr lang="en-US" dirty="0">
              <a:latin typeface="+mn-lt"/>
            </a:endParaRP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AED00BEC-FB92-9A71-2C06-99FF310D6F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0000" y="2054108"/>
            <a:ext cx="5214619" cy="4025571"/>
          </a:xfrm>
          <a:prstGeom prst="rect">
            <a:avLst/>
          </a:prstGeom>
        </p:spPr>
      </p:pic>
      <p:cxnSp>
        <p:nvCxnSpPr>
          <p:cNvPr id="8" name="Gerade Verbindung mit Pfeil 7">
            <a:extLst>
              <a:ext uri="{FF2B5EF4-FFF2-40B4-BE49-F238E27FC236}">
                <a16:creationId xmlns:a16="http://schemas.microsoft.com/office/drawing/2014/main" id="{B4F69C97-54A1-0CDE-0A76-DEB73EF354F0}"/>
              </a:ext>
            </a:extLst>
          </p:cNvPr>
          <p:cNvCxnSpPr>
            <a:cxnSpLocks/>
          </p:cNvCxnSpPr>
          <p:nvPr/>
        </p:nvCxnSpPr>
        <p:spPr>
          <a:xfrm flipV="1">
            <a:off x="6780362" y="3673067"/>
            <a:ext cx="576367" cy="79424"/>
          </a:xfrm>
          <a:prstGeom prst="straightConnector1">
            <a:avLst/>
          </a:prstGeom>
          <a:ln w="25400">
            <a:solidFill>
              <a:srgbClr val="C00000"/>
            </a:solidFill>
            <a:headEnd type="none" w="med" len="med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feld 9">
            <a:extLst>
              <a:ext uri="{FF2B5EF4-FFF2-40B4-BE49-F238E27FC236}">
                <a16:creationId xmlns:a16="http://schemas.microsoft.com/office/drawing/2014/main" id="{4E96E183-CD8C-33CB-79F0-C793D00AAF9C}"/>
              </a:ext>
            </a:extLst>
          </p:cNvPr>
          <p:cNvSpPr txBox="1"/>
          <p:nvPr/>
        </p:nvSpPr>
        <p:spPr>
          <a:xfrm>
            <a:off x="5774852" y="3510952"/>
            <a:ext cx="1126912" cy="49462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lnSpc>
                <a:spcPts val="1960"/>
              </a:lnSpc>
              <a:buClr>
                <a:schemeClr val="accent1"/>
              </a:buClr>
            </a:pPr>
            <a:r>
              <a:rPr lang="en-US" sz="1400" noProof="0" dirty="0"/>
              <a:t>Backside fixed </a:t>
            </a:r>
          </a:p>
          <a:p>
            <a:pPr algn="ctr">
              <a:lnSpc>
                <a:spcPts val="1960"/>
              </a:lnSpc>
              <a:buClr>
                <a:schemeClr val="accent1"/>
              </a:buClr>
            </a:pPr>
            <a:r>
              <a:rPr lang="en-US" sz="1400" noProof="0" dirty="0"/>
              <a:t>in all cases</a:t>
            </a:r>
          </a:p>
        </p:txBody>
      </p:sp>
    </p:spTree>
    <p:extLst>
      <p:ext uri="{BB962C8B-B14F-4D97-AF65-F5344CB8AC3E}">
        <p14:creationId xmlns:p14="http://schemas.microsoft.com/office/powerpoint/2010/main" val="1133199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0CBA34C-884C-6625-FCAC-767FCF122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Adapter to cardan shaft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5CD8B665-B8A0-842C-4BC0-2E2BD81FB9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82B2D-840F-4167-AD44-C02BC9C87CCB}" type="datetime1">
              <a:rPr lang="de-DE" noProof="0" smtClean="0"/>
              <a:t>02.12.2025</a:t>
            </a:fld>
            <a:endParaRPr lang="de-DE" noProof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1B6A396-90F6-5FAD-E76B-3DB97E52ED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noProof="0"/>
              <a:t>© Fraunhofer IWES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F204BFF-E654-CFE5-9A00-C0BCDF95B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 noProof="0"/>
              <a:t>Seite </a:t>
            </a:r>
            <a:fld id="{401BA3E4-5E55-4F99-AF09-CC6D6B2539E2}" type="slidenum">
              <a:rPr lang="de-DE" noProof="0" smtClean="0"/>
              <a:pPr/>
              <a:t>9</a:t>
            </a:fld>
            <a:endParaRPr lang="de-DE" noProof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1B0AAB30-367B-6495-C6EC-A5286D2895A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Fatigue Results LC 2 &amp; 3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983BB630-EBA4-D2A6-92AB-3BF4CC40631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8200" y="1703388"/>
            <a:ext cx="5418103" cy="255134"/>
          </a:xfrm>
        </p:spPr>
        <p:txBody>
          <a:bodyPr/>
          <a:lstStyle/>
          <a:p>
            <a:pPr marL="285750" indent="-285750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de-DE" b="1" dirty="0">
                <a:latin typeface="+mn-lt"/>
              </a:rPr>
              <a:t>Deformation </a:t>
            </a:r>
            <a:r>
              <a:rPr lang="en-US" b="1" dirty="0">
                <a:latin typeface="+mn-lt"/>
              </a:rPr>
              <a:t>(pretension subtracted)</a:t>
            </a:r>
          </a:p>
        </p:txBody>
      </p:sp>
      <p:pic>
        <p:nvPicPr>
          <p:cNvPr id="14" name="Grafik 13">
            <a:extLst>
              <a:ext uri="{FF2B5EF4-FFF2-40B4-BE49-F238E27FC236}">
                <a16:creationId xmlns:a16="http://schemas.microsoft.com/office/drawing/2014/main" id="{9CC4D245-9767-6174-2274-80A4E1AB90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7845" y="3429000"/>
            <a:ext cx="3617793" cy="2699623"/>
          </a:xfrm>
          <a:prstGeom prst="rect">
            <a:avLst/>
          </a:prstGeom>
        </p:spPr>
      </p:pic>
      <p:pic>
        <p:nvPicPr>
          <p:cNvPr id="17" name="Grafik 16">
            <a:extLst>
              <a:ext uri="{FF2B5EF4-FFF2-40B4-BE49-F238E27FC236}">
                <a16:creationId xmlns:a16="http://schemas.microsoft.com/office/drawing/2014/main" id="{7B5410C4-DFC7-0E3A-C8CE-8CB037F5E7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5638" y="3429001"/>
            <a:ext cx="3647733" cy="2699622"/>
          </a:xfrm>
          <a:prstGeom prst="rect">
            <a:avLst/>
          </a:prstGeom>
        </p:spPr>
      </p:pic>
      <p:pic>
        <p:nvPicPr>
          <p:cNvPr id="19" name="Grafik 18">
            <a:extLst>
              <a:ext uri="{FF2B5EF4-FFF2-40B4-BE49-F238E27FC236}">
                <a16:creationId xmlns:a16="http://schemas.microsoft.com/office/drawing/2014/main" id="{0A08661F-9294-6E56-9A30-F200E76FE5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95638" y="608711"/>
            <a:ext cx="3647732" cy="2699621"/>
          </a:xfrm>
          <a:prstGeom prst="rect">
            <a:avLst/>
          </a:prstGeom>
        </p:spPr>
      </p:pic>
      <p:pic>
        <p:nvPicPr>
          <p:cNvPr id="21" name="Grafik 20">
            <a:extLst>
              <a:ext uri="{FF2B5EF4-FFF2-40B4-BE49-F238E27FC236}">
                <a16:creationId xmlns:a16="http://schemas.microsoft.com/office/drawing/2014/main" id="{1F265780-E5FF-C03D-215D-AD8F1BFB89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77845" y="707034"/>
            <a:ext cx="3647735" cy="2721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4228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0CBA34C-884C-6625-FCAC-767FCF122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Adapter to cardan shaft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5CD8B665-B8A0-842C-4BC0-2E2BD81FB9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82B2D-840F-4167-AD44-C02BC9C87CCB}" type="datetime1">
              <a:rPr lang="de-DE" noProof="0" smtClean="0"/>
              <a:t>02.12.2025</a:t>
            </a:fld>
            <a:endParaRPr lang="de-DE" noProof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1B6A396-90F6-5FAD-E76B-3DB97E52ED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noProof="0"/>
              <a:t>© Fraunhofer IWES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F204BFF-E654-CFE5-9A00-C0BCDF95B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 noProof="0"/>
              <a:t>Seite </a:t>
            </a:r>
            <a:fld id="{401BA3E4-5E55-4F99-AF09-CC6D6B2539E2}" type="slidenum">
              <a:rPr lang="de-DE" noProof="0" smtClean="0"/>
              <a:pPr/>
              <a:t>10</a:t>
            </a:fld>
            <a:endParaRPr lang="de-DE" noProof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1B0AAB30-367B-6495-C6EC-A5286D2895A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Fatigue Results LC 2 &amp; 3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983BB630-EBA4-D2A6-92AB-3BF4CC40631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8200" y="1703388"/>
            <a:ext cx="5418103" cy="255134"/>
          </a:xfrm>
        </p:spPr>
        <p:txBody>
          <a:bodyPr/>
          <a:lstStyle/>
          <a:p>
            <a:pPr marL="285750" indent="-285750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b="1" dirty="0" err="1">
                <a:latin typeface="+mn-lt"/>
              </a:rPr>
              <a:t>vonMises</a:t>
            </a:r>
            <a:r>
              <a:rPr lang="en-US" b="1" dirty="0">
                <a:latin typeface="+mn-lt"/>
              </a:rPr>
              <a:t> stress (pretension subtracted)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9AFAB0EA-294C-1065-776D-579A03B344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17786" y="827483"/>
            <a:ext cx="3556846" cy="2632358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68BC09B5-5899-92CA-FA10-589E980130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0135" y="827483"/>
            <a:ext cx="3527651" cy="2632357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122FE01A-AE02-44A4-03A7-16FE5F24FC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0135" y="3459840"/>
            <a:ext cx="3527651" cy="2632357"/>
          </a:xfrm>
          <a:prstGeom prst="rect">
            <a:avLst/>
          </a:prstGeom>
        </p:spPr>
      </p:pic>
      <p:pic>
        <p:nvPicPr>
          <p:cNvPr id="17" name="Grafik 16">
            <a:extLst>
              <a:ext uri="{FF2B5EF4-FFF2-40B4-BE49-F238E27FC236}">
                <a16:creationId xmlns:a16="http://schemas.microsoft.com/office/drawing/2014/main" id="{496B6431-A8FF-825E-8943-650BAF5C85F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17786" y="3429000"/>
            <a:ext cx="3481387" cy="2576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05042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DBCAB3-5A8B-D78C-0032-EE8EA10936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rafik 12">
            <a:extLst>
              <a:ext uri="{FF2B5EF4-FFF2-40B4-BE49-F238E27FC236}">
                <a16:creationId xmlns:a16="http://schemas.microsoft.com/office/drawing/2014/main" id="{B3C9E48B-861A-E554-6AF1-77C262BE95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17786" y="805698"/>
            <a:ext cx="3556846" cy="2654143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D2D5888F-2D94-0130-DB81-6915574E57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7786" y="3429000"/>
            <a:ext cx="3556846" cy="2632358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756FE2C4-15D3-6412-28FF-719D9FD456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Adapter to cardan shaft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289BAA98-11E9-847D-7832-0832127DCC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82B2D-840F-4167-AD44-C02BC9C87CCB}" type="datetime1">
              <a:rPr lang="de-DE" noProof="0" smtClean="0"/>
              <a:t>02.12.2025</a:t>
            </a:fld>
            <a:endParaRPr lang="de-DE" noProof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82CBF76-F972-1F47-4FE2-1118ADB32E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noProof="0"/>
              <a:t>© Fraunhofer IWES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FB2A0E35-C7F3-B69E-BA52-F34147FDE0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 noProof="0"/>
              <a:t>Seite </a:t>
            </a:r>
            <a:fld id="{401BA3E4-5E55-4F99-AF09-CC6D6B2539E2}" type="slidenum">
              <a:rPr lang="de-DE" noProof="0" smtClean="0"/>
              <a:pPr/>
              <a:t>11</a:t>
            </a:fld>
            <a:endParaRPr lang="de-DE" noProof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D6CC2A39-D40D-FB67-C24C-BB344BB8070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Fatigue Results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772C5639-340B-4EB5-3FA9-06143145094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8200" y="1703388"/>
            <a:ext cx="7363211" cy="999954"/>
          </a:xfrm>
        </p:spPr>
        <p:txBody>
          <a:bodyPr/>
          <a:lstStyle/>
          <a:p>
            <a:pPr marL="285750" indent="-285750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b="1" dirty="0">
                <a:latin typeface="+mn-lt"/>
              </a:rPr>
              <a:t>Principal stress range at tube (</a:t>
            </a:r>
            <a:r>
              <a:rPr lang="en-US" b="1" dirty="0" err="1">
                <a:latin typeface="+mn-lt"/>
              </a:rPr>
              <a:t>LCmax</a:t>
            </a:r>
            <a:r>
              <a:rPr lang="en-US" b="1" dirty="0">
                <a:latin typeface="+mn-lt"/>
              </a:rPr>
              <a:t> - </a:t>
            </a:r>
            <a:r>
              <a:rPr lang="en-US" b="1" dirty="0" err="1">
                <a:latin typeface="+mn-lt"/>
              </a:rPr>
              <a:t>LCmin</a:t>
            </a:r>
            <a:r>
              <a:rPr lang="en-US" b="1" dirty="0">
                <a:latin typeface="+mn-lt"/>
              </a:rPr>
              <a:t>)</a:t>
            </a:r>
          </a:p>
          <a:p>
            <a:pPr lvl="1">
              <a:spcAft>
                <a:spcPts val="0"/>
              </a:spcAft>
            </a:pPr>
            <a:endParaRPr lang="en-US" b="1" dirty="0">
              <a:latin typeface="+mn-lt"/>
              <a:sym typeface="Wingdings" panose="05000000000000000000" pitchFamily="2" charset="2"/>
            </a:endParaRPr>
          </a:p>
          <a:p>
            <a:pPr lvl="1">
              <a:spcAft>
                <a:spcPts val="0"/>
              </a:spcAft>
            </a:pPr>
            <a:r>
              <a:rPr lang="en-US" b="1" dirty="0">
                <a:latin typeface="+mn-lt"/>
                <a:sym typeface="Wingdings" panose="05000000000000000000" pitchFamily="2" charset="2"/>
              </a:rPr>
              <a:t> </a:t>
            </a:r>
            <a:r>
              <a:rPr lang="en-US" b="1" dirty="0">
                <a:sym typeface="Wingdings" panose="05000000000000000000" pitchFamily="2" charset="2"/>
              </a:rPr>
              <a:t>33.2</a:t>
            </a:r>
            <a:r>
              <a:rPr lang="en-US" b="1" dirty="0">
                <a:latin typeface="+mn-lt"/>
              </a:rPr>
              <a:t>MPa &lt; 40 MPa (@</a:t>
            </a:r>
            <a:r>
              <a:rPr lang="en-US" b="1" dirty="0"/>
              <a:t>2</a:t>
            </a:r>
            <a:r>
              <a:rPr lang="en-US" b="1" dirty="0">
                <a:latin typeface="+mn-lt"/>
              </a:rPr>
              <a:t>E6 cycles) acc. </a:t>
            </a:r>
            <a:r>
              <a:rPr lang="en-US" b="1" dirty="0"/>
              <a:t>t</a:t>
            </a:r>
            <a:r>
              <a:rPr lang="en-US" b="1" dirty="0">
                <a:latin typeface="+mn-lt"/>
              </a:rPr>
              <a:t>o DIN EN 1993-1-9:2010-12 table 8.5</a:t>
            </a:r>
          </a:p>
          <a:p>
            <a:pPr marL="285750" indent="-285750"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b="1" dirty="0">
              <a:latin typeface="+mn-lt"/>
            </a:endParaRP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6054B8DD-E832-3138-033C-3FF4EF9762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200" y="2816814"/>
            <a:ext cx="7516274" cy="1286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74128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DB0055-FC36-C616-6E57-C7698FF0B7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fik 10">
            <a:extLst>
              <a:ext uri="{FF2B5EF4-FFF2-40B4-BE49-F238E27FC236}">
                <a16:creationId xmlns:a16="http://schemas.microsoft.com/office/drawing/2014/main" id="{8E0CA286-CC96-C94F-1C39-98A9F32F4C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9480" y="1880557"/>
            <a:ext cx="5472911" cy="4224967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762775BA-215C-E466-24B5-2693F31DB4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Adapter to cardan shaft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3BE90872-D973-1F15-4869-09F2AB4D5F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82B2D-840F-4167-AD44-C02BC9C87CCB}" type="datetime1">
              <a:rPr lang="de-DE" noProof="0" smtClean="0"/>
              <a:t>02.12.2025</a:t>
            </a:fld>
            <a:endParaRPr lang="de-DE" noProof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10CB539-1151-FA7E-9445-DF7EB9AA03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noProof="0"/>
              <a:t>© Fraunhofer IWES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EAB0DA3-1567-C887-DD34-86B7E8ED9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 noProof="0"/>
              <a:t>Seite </a:t>
            </a:r>
            <a:fld id="{401BA3E4-5E55-4F99-AF09-CC6D6B2539E2}" type="slidenum">
              <a:rPr lang="de-DE" noProof="0" smtClean="0"/>
              <a:pPr/>
              <a:t>12</a:t>
            </a:fld>
            <a:endParaRPr lang="de-DE" noProof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94A6BD4D-331E-8520-38DF-8269AF660AC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Fatigue Results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90E18DC1-ED93-BFA1-12CA-EF0426B71DD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8200" y="1703388"/>
            <a:ext cx="6103755" cy="968086"/>
          </a:xfrm>
        </p:spPr>
        <p:txBody>
          <a:bodyPr/>
          <a:lstStyle/>
          <a:p>
            <a:pPr marL="285750" indent="-285750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b="1" dirty="0">
                <a:latin typeface="+mn-lt"/>
              </a:rPr>
              <a:t>Bolt stress range (LC3 - LC2) </a:t>
            </a:r>
          </a:p>
          <a:p>
            <a:pPr lvl="1">
              <a:spcAft>
                <a:spcPts val="0"/>
              </a:spcAft>
            </a:pPr>
            <a:endParaRPr lang="en-US" b="1" dirty="0">
              <a:latin typeface="+mn-lt"/>
              <a:sym typeface="Wingdings" panose="05000000000000000000" pitchFamily="2" charset="2"/>
            </a:endParaRPr>
          </a:p>
          <a:p>
            <a:pPr lvl="1">
              <a:spcAft>
                <a:spcPts val="0"/>
              </a:spcAft>
            </a:pPr>
            <a:r>
              <a:rPr lang="en-US" b="1" dirty="0">
                <a:latin typeface="+mn-lt"/>
                <a:sym typeface="Wingdings" panose="05000000000000000000" pitchFamily="2" charset="2"/>
              </a:rPr>
              <a:t> </a:t>
            </a:r>
            <a:r>
              <a:rPr lang="en-US" b="1" dirty="0">
                <a:latin typeface="+mn-lt"/>
              </a:rPr>
              <a:t>1MPa &lt; 50 MPa (@</a:t>
            </a:r>
            <a:r>
              <a:rPr lang="en-US" b="1" dirty="0"/>
              <a:t>2</a:t>
            </a:r>
            <a:r>
              <a:rPr lang="en-US" b="1" dirty="0">
                <a:latin typeface="+mn-lt"/>
              </a:rPr>
              <a:t>E6 cycles) acc. </a:t>
            </a:r>
            <a:r>
              <a:rPr lang="en-US" b="1" dirty="0"/>
              <a:t>t</a:t>
            </a:r>
            <a:r>
              <a:rPr lang="en-US" b="1" dirty="0">
                <a:latin typeface="+mn-lt"/>
              </a:rPr>
              <a:t>o DIN EN 1993-1-9:2010-12 table 8.1</a:t>
            </a:r>
          </a:p>
        </p:txBody>
      </p:sp>
      <p:pic>
        <p:nvPicPr>
          <p:cNvPr id="14" name="Grafik 13">
            <a:extLst>
              <a:ext uri="{FF2B5EF4-FFF2-40B4-BE49-F238E27FC236}">
                <a16:creationId xmlns:a16="http://schemas.microsoft.com/office/drawing/2014/main" id="{F055A19A-A2BE-E3C5-C265-150D3AD69C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200" y="3904947"/>
            <a:ext cx="2817091" cy="2174732"/>
          </a:xfrm>
          <a:prstGeom prst="rect">
            <a:avLst/>
          </a:prstGeom>
        </p:spPr>
      </p:pic>
      <p:pic>
        <p:nvPicPr>
          <p:cNvPr id="16" name="Grafik 15">
            <a:extLst>
              <a:ext uri="{FF2B5EF4-FFF2-40B4-BE49-F238E27FC236}">
                <a16:creationId xmlns:a16="http://schemas.microsoft.com/office/drawing/2014/main" id="{5E110EC5-778F-C472-59FC-C18E8E2539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5291" y="3904945"/>
            <a:ext cx="2817091" cy="2174733"/>
          </a:xfrm>
          <a:prstGeom prst="rect">
            <a:avLst/>
          </a:prstGeom>
        </p:spPr>
      </p:pic>
      <p:sp>
        <p:nvSpPr>
          <p:cNvPr id="17" name="Textfeld 16">
            <a:extLst>
              <a:ext uri="{FF2B5EF4-FFF2-40B4-BE49-F238E27FC236}">
                <a16:creationId xmlns:a16="http://schemas.microsoft.com/office/drawing/2014/main" id="{DD850A23-6C36-AA86-1C13-11BCBD9BB7E1}"/>
              </a:ext>
            </a:extLst>
          </p:cNvPr>
          <p:cNvSpPr txBox="1"/>
          <p:nvPr/>
        </p:nvSpPr>
        <p:spPr>
          <a:xfrm>
            <a:off x="1709577" y="3673308"/>
            <a:ext cx="349455" cy="23814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ts val="1960"/>
              </a:lnSpc>
              <a:buClr>
                <a:schemeClr val="accent1"/>
              </a:buClr>
            </a:pPr>
            <a:r>
              <a:rPr lang="de-DE" sz="1400" dirty="0"/>
              <a:t>LC 2</a:t>
            </a:r>
            <a:endParaRPr lang="en-US" sz="1400" dirty="0"/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A28AE2A6-7446-0717-DE11-7A101E9304AA}"/>
              </a:ext>
            </a:extLst>
          </p:cNvPr>
          <p:cNvSpPr txBox="1"/>
          <p:nvPr/>
        </p:nvSpPr>
        <p:spPr>
          <a:xfrm>
            <a:off x="4526668" y="3666802"/>
            <a:ext cx="349455" cy="23814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ts val="1960"/>
              </a:lnSpc>
              <a:buClr>
                <a:schemeClr val="accent1"/>
              </a:buClr>
            </a:pPr>
            <a:r>
              <a:rPr lang="de-DE" sz="1400" dirty="0"/>
              <a:t>LC 3</a:t>
            </a:r>
            <a:endParaRPr lang="en-US" sz="1400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DDFF3B16-2577-DA05-5D56-ADE9B01AF73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200" y="2514830"/>
            <a:ext cx="6024951" cy="1082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83612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A28F48-D032-31F5-1972-42A9452072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fik 8">
            <a:extLst>
              <a:ext uri="{FF2B5EF4-FFF2-40B4-BE49-F238E27FC236}">
                <a16:creationId xmlns:a16="http://schemas.microsoft.com/office/drawing/2014/main" id="{9B2B4F9F-7F76-48E1-EFBF-5A927D642A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6731" y="608710"/>
            <a:ext cx="4076700" cy="3147123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E1497722-2764-C639-90D6-6AFA42BAB6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Adapter to cardan shaft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A734AF2B-1049-3C10-972D-F5992FAFEF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82B2D-840F-4167-AD44-C02BC9C87CCB}" type="datetime1">
              <a:rPr lang="de-DE" noProof="0" smtClean="0"/>
              <a:t>02.12.2025</a:t>
            </a:fld>
            <a:endParaRPr lang="de-DE" noProof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EDA39E3-8538-415C-DAD1-E21AC3121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noProof="0"/>
              <a:t>© Fraunhofer IWES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858AFB1-6CB7-DF92-9FD6-91B746A3D6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 noProof="0"/>
              <a:t>Seite </a:t>
            </a:r>
            <a:fld id="{401BA3E4-5E55-4F99-AF09-CC6D6B2539E2}" type="slidenum">
              <a:rPr lang="de-DE" noProof="0" smtClean="0"/>
              <a:pPr/>
              <a:t>13</a:t>
            </a:fld>
            <a:endParaRPr lang="de-DE" noProof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5BC192FA-E239-342C-F29B-42028FF4A68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Extreme Results LC 4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97D59A0F-F62E-AB37-AA4C-7F90882D135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8200" y="1703388"/>
            <a:ext cx="5418103" cy="255134"/>
          </a:xfrm>
        </p:spPr>
        <p:txBody>
          <a:bodyPr/>
          <a:lstStyle/>
          <a:p>
            <a:pPr marL="285750" indent="-285750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de-DE" b="1" dirty="0">
                <a:latin typeface="+mn-lt"/>
              </a:rPr>
              <a:t>Deformation</a:t>
            </a:r>
            <a:endParaRPr lang="en-US" b="1" dirty="0">
              <a:latin typeface="+mn-lt"/>
            </a:endParaRP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73069BD0-26E0-C600-1416-D44AD4B70D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9588" y="2958401"/>
            <a:ext cx="4076702" cy="3147124"/>
          </a:xfrm>
          <a:prstGeom prst="rect">
            <a:avLst/>
          </a:prstGeom>
        </p:spPr>
      </p:pic>
      <p:cxnSp>
        <p:nvCxnSpPr>
          <p:cNvPr id="8" name="Gerade Verbindung mit Pfeil 7">
            <a:extLst>
              <a:ext uri="{FF2B5EF4-FFF2-40B4-BE49-F238E27FC236}">
                <a16:creationId xmlns:a16="http://schemas.microsoft.com/office/drawing/2014/main" id="{8C18161F-9077-B2C9-1998-1D572F266495}"/>
              </a:ext>
            </a:extLst>
          </p:cNvPr>
          <p:cNvCxnSpPr>
            <a:cxnSpLocks/>
          </p:cNvCxnSpPr>
          <p:nvPr/>
        </p:nvCxnSpPr>
        <p:spPr>
          <a:xfrm flipV="1">
            <a:off x="6806241" y="4615132"/>
            <a:ext cx="1164567" cy="533707"/>
          </a:xfrm>
          <a:prstGeom prst="straightConnector1">
            <a:avLst/>
          </a:prstGeom>
          <a:ln w="25400">
            <a:solidFill>
              <a:srgbClr val="C00000"/>
            </a:solidFill>
            <a:headEnd type="none" w="med" len="med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feld 9">
            <a:extLst>
              <a:ext uri="{FF2B5EF4-FFF2-40B4-BE49-F238E27FC236}">
                <a16:creationId xmlns:a16="http://schemas.microsoft.com/office/drawing/2014/main" id="{95C71FC9-5BF9-74FB-B1F8-CEE7E7D699FE}"/>
              </a:ext>
            </a:extLst>
          </p:cNvPr>
          <p:cNvSpPr txBox="1"/>
          <p:nvPr/>
        </p:nvSpPr>
        <p:spPr>
          <a:xfrm>
            <a:off x="5886993" y="4907300"/>
            <a:ext cx="1126912" cy="49462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ts val="1960"/>
              </a:lnSpc>
              <a:buClr>
                <a:schemeClr val="accent1"/>
              </a:buClr>
            </a:pPr>
            <a:r>
              <a:rPr lang="en-US" sz="1400" noProof="0" dirty="0"/>
              <a:t>Sliding a</a:t>
            </a:r>
            <a:r>
              <a:rPr lang="en-US" sz="1400" dirty="0"/>
              <a:t>t </a:t>
            </a:r>
            <a:br>
              <a:rPr lang="en-US" sz="1400" dirty="0"/>
            </a:br>
            <a:r>
              <a:rPr lang="en-US" sz="1400" dirty="0"/>
              <a:t>full load!</a:t>
            </a:r>
            <a:endParaRPr lang="en-US" sz="1400" noProof="0" dirty="0"/>
          </a:p>
        </p:txBody>
      </p:sp>
    </p:spTree>
    <p:extLst>
      <p:ext uri="{BB962C8B-B14F-4D97-AF65-F5344CB8AC3E}">
        <p14:creationId xmlns:p14="http://schemas.microsoft.com/office/powerpoint/2010/main" val="12190802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85458E-8689-D58A-CB8D-B396324FEE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473BE8C-5910-54C7-4155-AA92236CC0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Adapter to cardan shaft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533DD915-DA7F-A2B6-E3F1-F29253C6D6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82B2D-840F-4167-AD44-C02BC9C87CCB}" type="datetime1">
              <a:rPr lang="de-DE" noProof="0" smtClean="0"/>
              <a:t>02.12.2025</a:t>
            </a:fld>
            <a:endParaRPr lang="de-DE" noProof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3A82BE7-8756-4ECE-89B3-A2E3CAFBA0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noProof="0"/>
              <a:t>© Fraunhofer IWES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E71045D-3E82-C096-CC5F-886799B1A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 noProof="0"/>
              <a:t>Seite </a:t>
            </a:r>
            <a:fld id="{401BA3E4-5E55-4F99-AF09-CC6D6B2539E2}" type="slidenum">
              <a:rPr lang="de-DE" noProof="0" smtClean="0"/>
              <a:pPr/>
              <a:t>14</a:t>
            </a:fld>
            <a:endParaRPr lang="de-DE" noProof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D71D25B3-48FC-F8C4-513B-AA8ECC15271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Extreme Results LC 4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B281E3A6-958D-F81E-C2C1-2415F09F1F1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8200" y="1703388"/>
            <a:ext cx="5418103" cy="255134"/>
          </a:xfrm>
        </p:spPr>
        <p:txBody>
          <a:bodyPr/>
          <a:lstStyle/>
          <a:p>
            <a:pPr marL="285750" indent="-285750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b="1" dirty="0" err="1">
                <a:latin typeface="+mn-lt"/>
              </a:rPr>
              <a:t>vonMises</a:t>
            </a:r>
            <a:r>
              <a:rPr lang="en-US" b="1" dirty="0">
                <a:latin typeface="+mn-lt"/>
              </a:rPr>
              <a:t> stress (pretension subtracted)</a:t>
            </a: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85956AD9-BECA-7902-F015-ED1E521288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5509" y="608709"/>
            <a:ext cx="4165500" cy="3215675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633309C2-941E-FC3E-36AA-5FD75F59AA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9" y="2889849"/>
            <a:ext cx="4165501" cy="3215675"/>
          </a:xfrm>
          <a:prstGeom prst="rect">
            <a:avLst/>
          </a:prstGeom>
        </p:spPr>
      </p:pic>
      <p:cxnSp>
        <p:nvCxnSpPr>
          <p:cNvPr id="8" name="Gerade Verbindung mit Pfeil 7">
            <a:extLst>
              <a:ext uri="{FF2B5EF4-FFF2-40B4-BE49-F238E27FC236}">
                <a16:creationId xmlns:a16="http://schemas.microsoft.com/office/drawing/2014/main" id="{0ED73CD0-3788-D8E5-CE87-B7DA43756BFB}"/>
              </a:ext>
            </a:extLst>
          </p:cNvPr>
          <p:cNvCxnSpPr>
            <a:cxnSpLocks/>
          </p:cNvCxnSpPr>
          <p:nvPr/>
        </p:nvCxnSpPr>
        <p:spPr>
          <a:xfrm flipV="1">
            <a:off x="5995358" y="4428462"/>
            <a:ext cx="1164567" cy="533707"/>
          </a:xfrm>
          <a:prstGeom prst="straightConnector1">
            <a:avLst/>
          </a:prstGeom>
          <a:ln w="25400">
            <a:solidFill>
              <a:srgbClr val="C00000"/>
            </a:solidFill>
            <a:headEnd type="none" w="med" len="med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feld 8">
            <a:extLst>
              <a:ext uri="{FF2B5EF4-FFF2-40B4-BE49-F238E27FC236}">
                <a16:creationId xmlns:a16="http://schemas.microsoft.com/office/drawing/2014/main" id="{7CB97691-9B0E-3F7B-EF90-E4F6097FE6F1}"/>
              </a:ext>
            </a:extLst>
          </p:cNvPr>
          <p:cNvSpPr txBox="1"/>
          <p:nvPr/>
        </p:nvSpPr>
        <p:spPr>
          <a:xfrm>
            <a:off x="4710023" y="4720630"/>
            <a:ext cx="1492999" cy="49462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ts val="1960"/>
              </a:lnSpc>
              <a:buClr>
                <a:schemeClr val="accent1"/>
              </a:buClr>
            </a:pPr>
            <a:r>
              <a:rPr lang="en-US" sz="1400" noProof="0" dirty="0"/>
              <a:t>Bolt overload a</a:t>
            </a:r>
            <a:r>
              <a:rPr lang="en-US" sz="1400" dirty="0"/>
              <a:t>t </a:t>
            </a:r>
            <a:br>
              <a:rPr lang="en-US" sz="1400" dirty="0"/>
            </a:br>
            <a:r>
              <a:rPr lang="en-US" sz="1400" dirty="0"/>
              <a:t>max load!</a:t>
            </a:r>
            <a:endParaRPr lang="en-US" sz="1400" noProof="0" dirty="0"/>
          </a:p>
        </p:txBody>
      </p:sp>
    </p:spTree>
    <p:extLst>
      <p:ext uri="{BB962C8B-B14F-4D97-AF65-F5344CB8AC3E}">
        <p14:creationId xmlns:p14="http://schemas.microsoft.com/office/powerpoint/2010/main" val="26327012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408E22-6C12-B594-B961-C651735FEB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fik 11">
            <a:extLst>
              <a:ext uri="{FF2B5EF4-FFF2-40B4-BE49-F238E27FC236}">
                <a16:creationId xmlns:a16="http://schemas.microsoft.com/office/drawing/2014/main" id="{21EADCBB-042A-5883-C453-D31F51AF49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5016" y="586954"/>
            <a:ext cx="4272951" cy="3298624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74994DC0-CFBC-D47F-CDB2-E4AA53B370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Adapter to cardan shaft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65F52EA2-CBC3-66BE-992C-4BE5F2F93F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82B2D-840F-4167-AD44-C02BC9C87CCB}" type="datetime1">
              <a:rPr lang="de-DE" noProof="0" smtClean="0"/>
              <a:t>02.12.2025</a:t>
            </a:fld>
            <a:endParaRPr lang="de-DE" noProof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248686F-0233-91F6-DAF8-25FB1BF14D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noProof="0"/>
              <a:t>© Fraunhofer IWES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1CA896C-D6F5-6D95-BAE5-C362A50F3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 noProof="0"/>
              <a:t>Seite </a:t>
            </a:r>
            <a:fld id="{401BA3E4-5E55-4F99-AF09-CC6D6B2539E2}" type="slidenum">
              <a:rPr lang="de-DE" noProof="0" smtClean="0"/>
              <a:pPr/>
              <a:t>15</a:t>
            </a:fld>
            <a:endParaRPr lang="de-DE" noProof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79D473A9-7EC1-9A06-4C72-A45E7D09451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Extreme Results LC 4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0222F153-525E-0DF8-7258-353161875DD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8200" y="1703388"/>
            <a:ext cx="5418103" cy="731098"/>
          </a:xfrm>
        </p:spPr>
        <p:txBody>
          <a:bodyPr/>
          <a:lstStyle/>
          <a:p>
            <a:pPr marL="285750" indent="-285750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b="1" dirty="0" err="1">
                <a:latin typeface="+mn-lt"/>
              </a:rPr>
              <a:t>vonMises</a:t>
            </a:r>
            <a:r>
              <a:rPr lang="en-US" b="1" dirty="0">
                <a:latin typeface="+mn-lt"/>
              </a:rPr>
              <a:t> stress (pretension subtracted)</a:t>
            </a:r>
          </a:p>
          <a:p>
            <a:pPr lvl="1">
              <a:spcAft>
                <a:spcPts val="0"/>
              </a:spcAft>
            </a:pPr>
            <a:r>
              <a:rPr lang="en-US" b="1" dirty="0"/>
              <a:t>	</a:t>
            </a:r>
            <a:r>
              <a:rPr lang="en-US" b="1" dirty="0">
                <a:sym typeface="Wingdings" panose="05000000000000000000" pitchFamily="2" charset="2"/>
              </a:rPr>
              <a:t> tube stress at 262 MPa &lt; 300 MPa (S355)</a:t>
            </a:r>
          </a:p>
          <a:p>
            <a:pPr lvl="1">
              <a:spcAft>
                <a:spcPts val="0"/>
              </a:spcAft>
            </a:pPr>
            <a:r>
              <a:rPr lang="en-US" b="1" dirty="0">
                <a:latin typeface="+mn-lt"/>
                <a:sym typeface="Wingdings" panose="05000000000000000000" pitchFamily="2" charset="2"/>
              </a:rPr>
              <a:t>	 H</a:t>
            </a:r>
            <a:r>
              <a:rPr lang="en-US" b="1" dirty="0">
                <a:sym typeface="Wingdings" panose="05000000000000000000" pitchFamily="2" charset="2"/>
              </a:rPr>
              <a:t>oles in the tube are not recommended</a:t>
            </a:r>
            <a:endParaRPr lang="en-US" b="1" dirty="0">
              <a:latin typeface="+mn-lt"/>
            </a:endParaRP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FC55793A-C3E7-9E5B-7BC6-9773D629630A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095999" y="2781055"/>
            <a:ext cx="4272951" cy="3298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85121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C03699-FDD3-7773-EA3D-2A00BF576D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3D4CD98-85AF-E704-ED36-1D17142089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Adapter to cardan shaft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37AF562F-CE74-F1BB-C711-C3B6B7194D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82B2D-840F-4167-AD44-C02BC9C87CCB}" type="datetime1">
              <a:rPr lang="de-DE" noProof="0" smtClean="0"/>
              <a:t>02.12.2025</a:t>
            </a:fld>
            <a:endParaRPr lang="de-DE" noProof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EE4684C-0AB6-B94F-5CB9-CDCCDBA3A9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noProof="0"/>
              <a:t>© Fraunhofer IWES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96B1657-149D-E984-0F0E-28810390F0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 noProof="0"/>
              <a:t>Seite </a:t>
            </a:r>
            <a:fld id="{401BA3E4-5E55-4F99-AF09-CC6D6B2539E2}" type="slidenum">
              <a:rPr lang="de-DE" noProof="0" smtClean="0"/>
              <a:pPr/>
              <a:t>16</a:t>
            </a:fld>
            <a:endParaRPr lang="de-DE" noProof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8B9F6A97-06B6-B313-4F7F-3F67394C8C2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Extreme Results LC 4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BD5714C9-31DE-9ED6-717C-D68C36645A5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8200" y="1703388"/>
            <a:ext cx="5418103" cy="3845796"/>
          </a:xfrm>
        </p:spPr>
        <p:txBody>
          <a:bodyPr/>
          <a:lstStyle/>
          <a:p>
            <a:pPr marL="285750" indent="-285750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b="1" dirty="0">
                <a:latin typeface="+mn-lt"/>
              </a:rPr>
              <a:t>Bolt stress range (LC4) &lt; 940 MPa?</a:t>
            </a:r>
          </a:p>
          <a:p>
            <a:pPr lvl="1">
              <a:spcAft>
                <a:spcPts val="0"/>
              </a:spcAft>
            </a:pPr>
            <a:endParaRPr lang="en-US" b="1" dirty="0"/>
          </a:p>
          <a:p>
            <a:pPr lvl="1">
              <a:spcAft>
                <a:spcPts val="0"/>
              </a:spcAft>
            </a:pPr>
            <a:r>
              <a:rPr lang="en-US" b="1" dirty="0">
                <a:latin typeface="+mn-lt"/>
              </a:rPr>
              <a:t>Bolts are overloaded at full load because of sliding in contact</a:t>
            </a:r>
          </a:p>
          <a:p>
            <a:pPr lvl="1">
              <a:spcAft>
                <a:spcPts val="0"/>
              </a:spcAft>
            </a:pPr>
            <a:endParaRPr lang="en-US" b="1" dirty="0"/>
          </a:p>
          <a:p>
            <a:pPr lvl="1">
              <a:spcAft>
                <a:spcPts val="0"/>
              </a:spcAft>
            </a:pPr>
            <a:endParaRPr lang="en-US" b="1" dirty="0">
              <a:latin typeface="+mn-lt"/>
            </a:endParaRPr>
          </a:p>
          <a:p>
            <a:pPr marL="285750" indent="-285750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b="1" dirty="0">
                <a:latin typeface="+mn-lt"/>
              </a:rPr>
              <a:t>Analytical check against sliding</a:t>
            </a:r>
          </a:p>
          <a:p>
            <a:pPr lvl="1">
              <a:spcAft>
                <a:spcPts val="0"/>
              </a:spcAft>
            </a:pPr>
            <a:r>
              <a:rPr lang="en-US" b="1" dirty="0">
                <a:latin typeface="+mn-lt"/>
              </a:rPr>
              <a:t>Minimum pretension </a:t>
            </a:r>
            <a:r>
              <a:rPr lang="en-US" b="1" dirty="0" err="1">
                <a:latin typeface="+mn-lt"/>
              </a:rPr>
              <a:t>FMmin</a:t>
            </a:r>
            <a:r>
              <a:rPr lang="en-US" b="1" dirty="0">
                <a:latin typeface="+mn-lt"/>
              </a:rPr>
              <a:t> = 185.8kN / 1.4 = 132.7kN per bolt</a:t>
            </a:r>
          </a:p>
          <a:p>
            <a:pPr lvl="1">
              <a:spcAft>
                <a:spcPts val="0"/>
              </a:spcAft>
            </a:pPr>
            <a:r>
              <a:rPr lang="en-US" b="1" dirty="0"/>
              <a:t>Friction coefficient µ = 0.2</a:t>
            </a:r>
            <a:endParaRPr lang="en-US" b="1" dirty="0">
              <a:latin typeface="+mn-lt"/>
            </a:endParaRPr>
          </a:p>
          <a:p>
            <a:pPr lvl="1">
              <a:spcAft>
                <a:spcPts val="0"/>
              </a:spcAft>
            </a:pPr>
            <a:r>
              <a:rPr lang="en-US" b="1" dirty="0"/>
              <a:t>Bolt circle radius </a:t>
            </a:r>
            <a:r>
              <a:rPr lang="en-US" b="1" dirty="0" err="1"/>
              <a:t>rb</a:t>
            </a:r>
            <a:r>
              <a:rPr lang="en-US" b="1" dirty="0"/>
              <a:t> = 130mm</a:t>
            </a:r>
          </a:p>
          <a:p>
            <a:pPr lvl="1">
              <a:spcAft>
                <a:spcPts val="0"/>
              </a:spcAft>
            </a:pPr>
            <a:r>
              <a:rPr lang="en-US" b="1" dirty="0"/>
              <a:t>Number of bolts </a:t>
            </a:r>
            <a:r>
              <a:rPr lang="en-US" b="1" dirty="0" err="1"/>
              <a:t>nb</a:t>
            </a:r>
            <a:r>
              <a:rPr lang="en-US" b="1" dirty="0"/>
              <a:t> = 10</a:t>
            </a:r>
          </a:p>
          <a:p>
            <a:pPr lvl="1">
              <a:spcAft>
                <a:spcPts val="0"/>
              </a:spcAft>
            </a:pPr>
            <a:r>
              <a:rPr lang="en-US" b="1" dirty="0"/>
              <a:t>Max. Torque </a:t>
            </a:r>
            <a:r>
              <a:rPr lang="en-US" b="1" dirty="0" err="1">
                <a:latin typeface="+mn-lt"/>
              </a:rPr>
              <a:t>Tmax</a:t>
            </a:r>
            <a:r>
              <a:rPr lang="en-US" b="1" dirty="0">
                <a:latin typeface="+mn-lt"/>
              </a:rPr>
              <a:t> = </a:t>
            </a:r>
            <a:r>
              <a:rPr lang="en-US" b="1" dirty="0" err="1">
                <a:latin typeface="+mn-lt"/>
              </a:rPr>
              <a:t>FMmin</a:t>
            </a:r>
            <a:r>
              <a:rPr lang="en-US" b="1" dirty="0">
                <a:latin typeface="+mn-lt"/>
              </a:rPr>
              <a:t> * </a:t>
            </a:r>
            <a:r>
              <a:rPr lang="en-US" b="1" dirty="0"/>
              <a:t>µ *</a:t>
            </a:r>
            <a:r>
              <a:rPr lang="en-US" b="1" dirty="0">
                <a:latin typeface="+mn-lt"/>
              </a:rPr>
              <a:t> </a:t>
            </a:r>
            <a:r>
              <a:rPr lang="en-US" b="1" dirty="0" err="1">
                <a:latin typeface="+mn-lt"/>
              </a:rPr>
              <a:t>nb</a:t>
            </a:r>
            <a:r>
              <a:rPr lang="en-US" b="1" dirty="0">
                <a:latin typeface="+mn-lt"/>
              </a:rPr>
              <a:t> * </a:t>
            </a:r>
            <a:r>
              <a:rPr lang="en-US" b="1" dirty="0" err="1"/>
              <a:t>r</a:t>
            </a:r>
            <a:r>
              <a:rPr lang="en-US" b="1" dirty="0" err="1">
                <a:latin typeface="+mn-lt"/>
              </a:rPr>
              <a:t>b</a:t>
            </a:r>
            <a:endParaRPr lang="en-US" b="1" dirty="0"/>
          </a:p>
          <a:p>
            <a:pPr lvl="1">
              <a:spcAft>
                <a:spcPts val="0"/>
              </a:spcAft>
            </a:pPr>
            <a:r>
              <a:rPr lang="en-US" b="1" dirty="0"/>
              <a:t>Max. Torque </a:t>
            </a:r>
            <a:r>
              <a:rPr lang="en-US" b="1" dirty="0" err="1">
                <a:latin typeface="+mn-lt"/>
              </a:rPr>
              <a:t>Tmax</a:t>
            </a:r>
            <a:r>
              <a:rPr lang="en-US" b="1" dirty="0">
                <a:latin typeface="+mn-lt"/>
              </a:rPr>
              <a:t> =</a:t>
            </a:r>
            <a:r>
              <a:rPr lang="en-US" b="1" dirty="0"/>
              <a:t> </a:t>
            </a:r>
            <a:r>
              <a:rPr lang="en-US" b="1" dirty="0">
                <a:latin typeface="+mn-lt"/>
              </a:rPr>
              <a:t>132.7kN * 0.2 *10 * 0.13m </a:t>
            </a:r>
          </a:p>
          <a:p>
            <a:pPr lvl="1">
              <a:spcAft>
                <a:spcPts val="0"/>
              </a:spcAft>
            </a:pPr>
            <a:r>
              <a:rPr lang="en-US" b="1" dirty="0">
                <a:solidFill>
                  <a:srgbClr val="C00000"/>
                </a:solidFill>
              </a:rPr>
              <a:t>Max. Torque </a:t>
            </a:r>
            <a:r>
              <a:rPr lang="en-US" b="1" dirty="0" err="1">
                <a:solidFill>
                  <a:srgbClr val="C00000"/>
                </a:solidFill>
                <a:latin typeface="+mn-lt"/>
              </a:rPr>
              <a:t>Tmax</a:t>
            </a:r>
            <a:r>
              <a:rPr lang="en-US" b="1" dirty="0">
                <a:solidFill>
                  <a:srgbClr val="C00000"/>
                </a:solidFill>
                <a:latin typeface="+mn-lt"/>
              </a:rPr>
              <a:t> =</a:t>
            </a:r>
            <a:r>
              <a:rPr lang="en-US" b="1" dirty="0">
                <a:solidFill>
                  <a:srgbClr val="C00000"/>
                </a:solidFill>
              </a:rPr>
              <a:t> </a:t>
            </a:r>
            <a:r>
              <a:rPr lang="en-US" b="1" dirty="0">
                <a:solidFill>
                  <a:srgbClr val="C00000"/>
                </a:solidFill>
                <a:latin typeface="+mn-lt"/>
              </a:rPr>
              <a:t>34.5 </a:t>
            </a:r>
            <a:r>
              <a:rPr lang="en-US" b="1" dirty="0" err="1">
                <a:solidFill>
                  <a:srgbClr val="C00000"/>
                </a:solidFill>
                <a:latin typeface="+mn-lt"/>
              </a:rPr>
              <a:t>kNm</a:t>
            </a:r>
            <a:endParaRPr lang="en-US" b="1" dirty="0">
              <a:solidFill>
                <a:srgbClr val="C00000"/>
              </a:solidFill>
              <a:latin typeface="+mn-lt"/>
            </a:endParaRPr>
          </a:p>
          <a:p>
            <a:pPr lvl="1">
              <a:spcAft>
                <a:spcPts val="0"/>
              </a:spcAft>
            </a:pPr>
            <a:endParaRPr lang="en-US" b="1" dirty="0">
              <a:latin typeface="+mn-lt"/>
            </a:endParaRPr>
          </a:p>
          <a:p>
            <a:pPr lvl="1">
              <a:spcAft>
                <a:spcPts val="0"/>
              </a:spcAft>
            </a:pPr>
            <a:endParaRPr lang="en-US" b="1" dirty="0">
              <a:latin typeface="+mn-lt"/>
            </a:endParaRPr>
          </a:p>
          <a:p>
            <a:pPr lvl="1">
              <a:spcAft>
                <a:spcPts val="0"/>
              </a:spcAft>
            </a:pPr>
            <a:endParaRPr lang="en-US" b="1" dirty="0">
              <a:latin typeface="+mn-lt"/>
            </a:endParaRP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121AE829-4F86-84CD-3DE1-9C4554DBF0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0312" y="752475"/>
            <a:ext cx="3783570" cy="2920833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317C52E7-CEB4-89CD-ED85-53BDDD579A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7609" y="3184691"/>
            <a:ext cx="3783571" cy="2920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00733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85C3A5-71DF-75D1-5C6E-E45414E15C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B76DA81-B87E-CBFA-CCE6-A6320A5D47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Adapter to cardan shaft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860F7F35-3B5B-FB17-47BA-1EFA503A5C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82B2D-840F-4167-AD44-C02BC9C87CCB}" type="datetime1">
              <a:rPr lang="de-DE" noProof="0" smtClean="0"/>
              <a:t>02.12.2025</a:t>
            </a:fld>
            <a:endParaRPr lang="de-DE" noProof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CC3B254-9DC2-B695-7586-6E4ABBC6A6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noProof="0"/>
              <a:t>© Fraunhofer IWES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5E10BB5-F10A-0F85-B2D7-35C2097E03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 noProof="0"/>
              <a:t>Seite </a:t>
            </a:r>
            <a:fld id="{401BA3E4-5E55-4F99-AF09-CC6D6B2539E2}" type="slidenum">
              <a:rPr lang="de-DE" noProof="0" smtClean="0"/>
              <a:pPr/>
              <a:t>17</a:t>
            </a:fld>
            <a:endParaRPr lang="de-DE" noProof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A2BD8328-E6FB-DDA6-D262-61FD49BD232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Extreme: Applicable Torque are limited due to bolts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B25CF691-1969-54F7-0873-B0002C1D2EA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8200" y="1703388"/>
            <a:ext cx="6630276" cy="1508811"/>
          </a:xfrm>
        </p:spPr>
        <p:txBody>
          <a:bodyPr/>
          <a:lstStyle/>
          <a:p>
            <a:pPr marL="285750" indent="-285750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b="1" dirty="0">
                <a:latin typeface="+mn-lt"/>
              </a:rPr>
              <a:t>Bolt stress range (LC4) &lt; 940 MPa?</a:t>
            </a:r>
          </a:p>
          <a:p>
            <a:pPr lvl="1">
              <a:spcAft>
                <a:spcPts val="0"/>
              </a:spcAft>
            </a:pPr>
            <a:r>
              <a:rPr lang="en-US" b="1" dirty="0"/>
              <a:t>	</a:t>
            </a:r>
            <a:r>
              <a:rPr lang="en-US" b="1" dirty="0">
                <a:sym typeface="Wingdings" panose="05000000000000000000" pitchFamily="2" charset="2"/>
              </a:rPr>
              <a:t> up to 35 </a:t>
            </a:r>
            <a:r>
              <a:rPr lang="en-US" b="1" dirty="0" err="1">
                <a:sym typeface="Wingdings" panose="05000000000000000000" pitchFamily="2" charset="2"/>
              </a:rPr>
              <a:t>kNm</a:t>
            </a:r>
            <a:r>
              <a:rPr lang="en-US" b="1" dirty="0">
                <a:sym typeface="Wingdings" panose="05000000000000000000" pitchFamily="2" charset="2"/>
              </a:rPr>
              <a:t> no sliding expected</a:t>
            </a:r>
            <a:endParaRPr lang="en-US" b="1" dirty="0">
              <a:latin typeface="+mn-lt"/>
            </a:endParaRPr>
          </a:p>
          <a:p>
            <a:pPr marL="285750" indent="-285750"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b="1" dirty="0">
              <a:latin typeface="+mn-lt"/>
            </a:endParaRPr>
          </a:p>
          <a:p>
            <a:pPr marL="285750" indent="-285750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b="1" dirty="0">
                <a:latin typeface="+mn-lt"/>
              </a:rPr>
              <a:t>Contact Status Sticking?</a:t>
            </a:r>
          </a:p>
          <a:p>
            <a:pPr lvl="1">
              <a:spcAft>
                <a:spcPts val="0"/>
              </a:spcAft>
            </a:pPr>
            <a:r>
              <a:rPr lang="en-US" b="1" dirty="0"/>
              <a:t>	</a:t>
            </a:r>
            <a:r>
              <a:rPr lang="en-US" b="1" dirty="0">
                <a:sym typeface="Wingdings" panose="05000000000000000000" pitchFamily="2" charset="2"/>
              </a:rPr>
              <a:t> up to 35 </a:t>
            </a:r>
            <a:r>
              <a:rPr lang="en-US" b="1" dirty="0" err="1">
                <a:sym typeface="Wingdings" panose="05000000000000000000" pitchFamily="2" charset="2"/>
              </a:rPr>
              <a:t>kNm</a:t>
            </a:r>
            <a:r>
              <a:rPr lang="en-US" b="1" dirty="0">
                <a:sym typeface="Wingdings" panose="05000000000000000000" pitchFamily="2" charset="2"/>
              </a:rPr>
              <a:t> sticking around the bolts</a:t>
            </a:r>
          </a:p>
          <a:p>
            <a:pPr lvl="1">
              <a:spcAft>
                <a:spcPts val="0"/>
              </a:spcAft>
            </a:pPr>
            <a:r>
              <a:rPr lang="en-US" b="1" dirty="0">
                <a:latin typeface="+mn-lt"/>
                <a:sym typeface="Wingdings" panose="05000000000000000000" pitchFamily="2" charset="2"/>
              </a:rPr>
              <a:t>	 Max</a:t>
            </a:r>
            <a:r>
              <a:rPr lang="en-US" b="1" dirty="0">
                <a:sym typeface="Wingdings" panose="05000000000000000000" pitchFamily="2" charset="2"/>
              </a:rPr>
              <a:t>. Torque load of 56 </a:t>
            </a:r>
            <a:r>
              <a:rPr lang="en-US" b="1" dirty="0" err="1">
                <a:sym typeface="Wingdings" panose="05000000000000000000" pitchFamily="2" charset="2"/>
              </a:rPr>
              <a:t>kNm</a:t>
            </a:r>
            <a:r>
              <a:rPr lang="en-US" b="1" dirty="0">
                <a:sym typeface="Wingdings" panose="05000000000000000000" pitchFamily="2" charset="2"/>
              </a:rPr>
              <a:t> can damage the bolts</a:t>
            </a:r>
            <a:endParaRPr lang="en-US" b="1" dirty="0">
              <a:latin typeface="+mn-lt"/>
            </a:endParaRPr>
          </a:p>
        </p:txBody>
      </p:sp>
      <p:pic>
        <p:nvPicPr>
          <p:cNvPr id="20" name="Grafik 19">
            <a:extLst>
              <a:ext uri="{FF2B5EF4-FFF2-40B4-BE49-F238E27FC236}">
                <a16:creationId xmlns:a16="http://schemas.microsoft.com/office/drawing/2014/main" id="{97C6D292-69CD-17CC-D7B3-156367D6DE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200" y="4002657"/>
            <a:ext cx="2690519" cy="2077022"/>
          </a:xfrm>
          <a:prstGeom prst="rect">
            <a:avLst/>
          </a:prstGeom>
        </p:spPr>
      </p:pic>
      <p:pic>
        <p:nvPicPr>
          <p:cNvPr id="22" name="Grafik 21">
            <a:extLst>
              <a:ext uri="{FF2B5EF4-FFF2-40B4-BE49-F238E27FC236}">
                <a16:creationId xmlns:a16="http://schemas.microsoft.com/office/drawing/2014/main" id="{0FAF313C-E951-834D-EABF-F38729FA43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8719" y="4002655"/>
            <a:ext cx="2690521" cy="2077023"/>
          </a:xfrm>
          <a:prstGeom prst="rect">
            <a:avLst/>
          </a:prstGeom>
        </p:spPr>
      </p:pic>
      <p:pic>
        <p:nvPicPr>
          <p:cNvPr id="24" name="Grafik 23">
            <a:extLst>
              <a:ext uri="{FF2B5EF4-FFF2-40B4-BE49-F238E27FC236}">
                <a16:creationId xmlns:a16="http://schemas.microsoft.com/office/drawing/2014/main" id="{CEDEA4CD-53B1-CC4B-7B25-9068BDE40F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6303" y="4002655"/>
            <a:ext cx="2690521" cy="2077023"/>
          </a:xfrm>
          <a:prstGeom prst="rect">
            <a:avLst/>
          </a:prstGeom>
        </p:spPr>
      </p:pic>
      <p:pic>
        <p:nvPicPr>
          <p:cNvPr id="26" name="Grafik 25">
            <a:extLst>
              <a:ext uri="{FF2B5EF4-FFF2-40B4-BE49-F238E27FC236}">
                <a16:creationId xmlns:a16="http://schemas.microsoft.com/office/drawing/2014/main" id="{8F5DD70A-844F-84CF-E265-BC369718B24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86824" y="4002654"/>
            <a:ext cx="2690522" cy="2077024"/>
          </a:xfrm>
          <a:prstGeom prst="rect">
            <a:avLst/>
          </a:prstGeom>
        </p:spPr>
      </p:pic>
      <p:pic>
        <p:nvPicPr>
          <p:cNvPr id="28" name="Grafik 27">
            <a:extLst>
              <a:ext uri="{FF2B5EF4-FFF2-40B4-BE49-F238E27FC236}">
                <a16:creationId xmlns:a16="http://schemas.microsoft.com/office/drawing/2014/main" id="{56CA0E29-F70E-7451-7979-452E48D6EEE2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108476" y="586954"/>
            <a:ext cx="5083524" cy="3924369"/>
          </a:xfrm>
          <a:prstGeom prst="rect">
            <a:avLst/>
          </a:prstGeom>
        </p:spPr>
      </p:pic>
      <p:sp>
        <p:nvSpPr>
          <p:cNvPr id="29" name="Textfeld 28">
            <a:extLst>
              <a:ext uri="{FF2B5EF4-FFF2-40B4-BE49-F238E27FC236}">
                <a16:creationId xmlns:a16="http://schemas.microsoft.com/office/drawing/2014/main" id="{ECC063E3-0BBF-F206-2E5C-D9F5BB4123F9}"/>
              </a:ext>
            </a:extLst>
          </p:cNvPr>
          <p:cNvSpPr txBox="1"/>
          <p:nvPr/>
        </p:nvSpPr>
        <p:spPr>
          <a:xfrm>
            <a:off x="1033282" y="3764512"/>
            <a:ext cx="1220783" cy="23814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ts val="1960"/>
              </a:lnSpc>
              <a:buClr>
                <a:schemeClr val="accent1"/>
              </a:buClr>
            </a:pPr>
            <a:r>
              <a:rPr lang="en-US" sz="1400" noProof="0" dirty="0"/>
              <a:t>Torque: 14 kNm</a:t>
            </a:r>
          </a:p>
        </p:txBody>
      </p:sp>
      <p:sp>
        <p:nvSpPr>
          <p:cNvPr id="30" name="Textfeld 29">
            <a:extLst>
              <a:ext uri="{FF2B5EF4-FFF2-40B4-BE49-F238E27FC236}">
                <a16:creationId xmlns:a16="http://schemas.microsoft.com/office/drawing/2014/main" id="{F9985113-889C-696C-1452-1A5BE4975954}"/>
              </a:ext>
            </a:extLst>
          </p:cNvPr>
          <p:cNvSpPr txBox="1"/>
          <p:nvPr/>
        </p:nvSpPr>
        <p:spPr>
          <a:xfrm>
            <a:off x="4382298" y="3764512"/>
            <a:ext cx="607539" cy="23814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ts val="1960"/>
              </a:lnSpc>
              <a:buClr>
                <a:schemeClr val="accent1"/>
              </a:buClr>
            </a:pPr>
            <a:r>
              <a:rPr lang="en-US" sz="1400" dirty="0"/>
              <a:t>21</a:t>
            </a:r>
            <a:r>
              <a:rPr lang="en-US" sz="1400" noProof="0" dirty="0"/>
              <a:t> kNm</a:t>
            </a:r>
          </a:p>
        </p:txBody>
      </p:sp>
      <p:sp>
        <p:nvSpPr>
          <p:cNvPr id="31" name="Textfeld 30">
            <a:extLst>
              <a:ext uri="{FF2B5EF4-FFF2-40B4-BE49-F238E27FC236}">
                <a16:creationId xmlns:a16="http://schemas.microsoft.com/office/drawing/2014/main" id="{88808ABF-E2AC-9DCA-52FB-4CE700C8BD88}"/>
              </a:ext>
            </a:extLst>
          </p:cNvPr>
          <p:cNvSpPr txBox="1"/>
          <p:nvPr/>
        </p:nvSpPr>
        <p:spPr>
          <a:xfrm>
            <a:off x="7108476" y="3763474"/>
            <a:ext cx="607539" cy="23814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ts val="1960"/>
              </a:lnSpc>
              <a:buClr>
                <a:schemeClr val="accent1"/>
              </a:buClr>
            </a:pPr>
            <a:r>
              <a:rPr lang="en-US" sz="1400" dirty="0"/>
              <a:t>28</a:t>
            </a:r>
            <a:r>
              <a:rPr lang="en-US" sz="1400" noProof="0" dirty="0"/>
              <a:t> kNm</a:t>
            </a:r>
          </a:p>
        </p:txBody>
      </p:sp>
      <p:sp>
        <p:nvSpPr>
          <p:cNvPr id="32" name="Textfeld 31">
            <a:extLst>
              <a:ext uri="{FF2B5EF4-FFF2-40B4-BE49-F238E27FC236}">
                <a16:creationId xmlns:a16="http://schemas.microsoft.com/office/drawing/2014/main" id="{05B7B006-EA1B-9850-DEB1-7F7208D21A40}"/>
              </a:ext>
            </a:extLst>
          </p:cNvPr>
          <p:cNvSpPr txBox="1"/>
          <p:nvPr/>
        </p:nvSpPr>
        <p:spPr>
          <a:xfrm>
            <a:off x="9797770" y="3770288"/>
            <a:ext cx="607539" cy="23814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ts val="1960"/>
              </a:lnSpc>
              <a:buClr>
                <a:schemeClr val="accent1"/>
              </a:buClr>
            </a:pPr>
            <a:r>
              <a:rPr lang="en-US" sz="1400" noProof="0" dirty="0"/>
              <a:t>35 kNm</a:t>
            </a:r>
          </a:p>
        </p:txBody>
      </p:sp>
    </p:spTree>
    <p:extLst>
      <p:ext uri="{BB962C8B-B14F-4D97-AF65-F5344CB8AC3E}">
        <p14:creationId xmlns:p14="http://schemas.microsoft.com/office/powerpoint/2010/main" val="37476451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0EDB37-5D0B-3782-13F9-B783E66059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E1B2091-BD34-AA90-FCD1-F7ABAC166B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Adapter to cardan shaft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2FEA670B-0A4A-4688-B299-22750E5775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82B2D-840F-4167-AD44-C02BC9C87CCB}" type="datetime1">
              <a:rPr lang="de-DE" noProof="0" smtClean="0"/>
              <a:t>02.12.2025</a:t>
            </a:fld>
            <a:endParaRPr lang="de-DE" noProof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0B52B06-A7DD-EDCF-986E-198DBF588D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noProof="0"/>
              <a:t>© Fraunhofer IWES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A179B2B-F136-CFD7-28FB-A93B96685B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 noProof="0"/>
              <a:t>Seite </a:t>
            </a:r>
            <a:fld id="{401BA3E4-5E55-4F99-AF09-CC6D6B2539E2}" type="slidenum">
              <a:rPr lang="de-DE" noProof="0" smtClean="0"/>
              <a:pPr/>
              <a:t>18</a:t>
            </a:fld>
            <a:endParaRPr lang="de-DE" noProof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C54F9E0C-D635-FA6D-142C-CC1F3EF1F9E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B5455E4D-D1C9-37AC-86BA-1F6CDB2F11C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8200" y="1703388"/>
            <a:ext cx="6630276" cy="3777124"/>
          </a:xfrm>
        </p:spPr>
        <p:txBody>
          <a:bodyPr/>
          <a:lstStyle/>
          <a:p>
            <a:pPr marL="285750" indent="-285750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b="1" dirty="0">
                <a:latin typeface="+mn-lt"/>
              </a:rPr>
              <a:t>Fatigue utilization for 2e6 cycles:</a:t>
            </a:r>
          </a:p>
          <a:p>
            <a:pPr marL="285750" lvl="1" indent="-285750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b="1" dirty="0"/>
              <a:t>tube/weld</a:t>
            </a:r>
            <a:r>
              <a:rPr lang="en-US" b="1" dirty="0">
                <a:latin typeface="+mn-lt"/>
              </a:rPr>
              <a:t> stress range utilization 	</a:t>
            </a:r>
            <a:r>
              <a:rPr lang="en-US" b="1" dirty="0">
                <a:latin typeface="+mn-lt"/>
                <a:sym typeface="Wingdings" panose="05000000000000000000" pitchFamily="2" charset="2"/>
              </a:rPr>
              <a:t> </a:t>
            </a:r>
            <a:r>
              <a:rPr lang="en-US" b="1" dirty="0">
                <a:latin typeface="+mn-lt"/>
              </a:rPr>
              <a:t>83%	</a:t>
            </a:r>
            <a:endParaRPr lang="en-US" b="1" dirty="0">
              <a:solidFill>
                <a:schemeClr val="accent1"/>
              </a:solidFill>
              <a:latin typeface="+mn-lt"/>
            </a:endParaRPr>
          </a:p>
          <a:p>
            <a:pPr marL="285750" lvl="1" indent="-285750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b="1" dirty="0"/>
              <a:t>Bolt stress range 			</a:t>
            </a:r>
            <a:r>
              <a:rPr lang="en-US" b="1" dirty="0">
                <a:sym typeface="Wingdings" panose="05000000000000000000" pitchFamily="2" charset="2"/>
              </a:rPr>
              <a:t> </a:t>
            </a:r>
            <a:r>
              <a:rPr lang="en-US" b="1" dirty="0"/>
              <a:t>2%</a:t>
            </a:r>
            <a:endParaRPr lang="en-US" b="1" dirty="0">
              <a:latin typeface="+mn-lt"/>
            </a:endParaRPr>
          </a:p>
          <a:p>
            <a:pPr marL="285750" indent="-285750"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b="1" dirty="0">
              <a:latin typeface="+mn-lt"/>
            </a:endParaRPr>
          </a:p>
          <a:p>
            <a:pPr marL="285750" indent="-285750"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b="1" dirty="0">
              <a:latin typeface="+mn-lt"/>
            </a:endParaRPr>
          </a:p>
          <a:p>
            <a:pPr marL="285750" indent="-285750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b="1" dirty="0">
                <a:latin typeface="+mn-lt"/>
              </a:rPr>
              <a:t>Extreme (max. Torque = 56 </a:t>
            </a:r>
            <a:r>
              <a:rPr lang="en-US" b="1" dirty="0" err="1">
                <a:latin typeface="+mn-lt"/>
              </a:rPr>
              <a:t>kNm</a:t>
            </a:r>
            <a:r>
              <a:rPr lang="en-US" b="1" dirty="0">
                <a:latin typeface="+mn-lt"/>
              </a:rPr>
              <a:t>) utilization:</a:t>
            </a:r>
          </a:p>
          <a:p>
            <a:pPr marL="285750" lvl="1" indent="-285750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b="1" dirty="0"/>
              <a:t>Tube/weld stress		</a:t>
            </a:r>
            <a:r>
              <a:rPr lang="en-US" b="1" dirty="0">
                <a:sym typeface="Wingdings" panose="05000000000000000000" pitchFamily="2" charset="2"/>
              </a:rPr>
              <a:t> 87% (without holes)</a:t>
            </a:r>
          </a:p>
          <a:p>
            <a:pPr marL="285750" lvl="1" indent="-285750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b="1" dirty="0"/>
              <a:t>Bolt stress range 		</a:t>
            </a:r>
            <a:r>
              <a:rPr lang="en-US" b="1" dirty="0">
                <a:sym typeface="Wingdings" panose="05000000000000000000" pitchFamily="2" charset="2"/>
              </a:rPr>
              <a:t> </a:t>
            </a:r>
            <a:r>
              <a:rPr lang="en-US" b="1" dirty="0">
                <a:solidFill>
                  <a:srgbClr val="C00000"/>
                </a:solidFill>
                <a:sym typeface="Wingdings" panose="05000000000000000000" pitchFamily="2" charset="2"/>
              </a:rPr>
              <a:t>155%  </a:t>
            </a:r>
            <a:r>
              <a:rPr lang="en-US" b="1" dirty="0" err="1">
                <a:solidFill>
                  <a:srgbClr val="C00000"/>
                </a:solidFill>
                <a:sym typeface="Wingdings" panose="05000000000000000000" pitchFamily="2" charset="2"/>
              </a:rPr>
              <a:t>Torquelimit</a:t>
            </a:r>
            <a:r>
              <a:rPr lang="en-US" b="1" dirty="0">
                <a:solidFill>
                  <a:srgbClr val="C00000"/>
                </a:solidFill>
                <a:sym typeface="Wingdings" panose="05000000000000000000" pitchFamily="2" charset="2"/>
              </a:rPr>
              <a:t> to 35 </a:t>
            </a:r>
            <a:r>
              <a:rPr lang="en-US" b="1" dirty="0" err="1">
                <a:solidFill>
                  <a:srgbClr val="C00000"/>
                </a:solidFill>
                <a:sym typeface="Wingdings" panose="05000000000000000000" pitchFamily="2" charset="2"/>
              </a:rPr>
              <a:t>kNm</a:t>
            </a:r>
            <a:endParaRPr lang="en-US" b="1" dirty="0">
              <a:solidFill>
                <a:srgbClr val="C00000"/>
              </a:solidFill>
              <a:sym typeface="Wingdings" panose="05000000000000000000" pitchFamily="2" charset="2"/>
            </a:endParaRPr>
          </a:p>
          <a:p>
            <a:pPr marL="285750" lvl="1" indent="-285750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b="1" dirty="0"/>
              <a:t>Bolt contact flange sliding	</a:t>
            </a:r>
            <a:r>
              <a:rPr lang="en-US" b="1" dirty="0">
                <a:sym typeface="Wingdings" panose="05000000000000000000" pitchFamily="2" charset="2"/>
              </a:rPr>
              <a:t> </a:t>
            </a:r>
            <a:r>
              <a:rPr lang="en-US" b="1" dirty="0">
                <a:solidFill>
                  <a:srgbClr val="C00000"/>
                </a:solidFill>
                <a:sym typeface="Wingdings" panose="05000000000000000000" pitchFamily="2" charset="2"/>
              </a:rPr>
              <a:t>≈160%  </a:t>
            </a:r>
            <a:r>
              <a:rPr lang="en-US" b="1" dirty="0" err="1">
                <a:solidFill>
                  <a:srgbClr val="C00000"/>
                </a:solidFill>
                <a:sym typeface="Wingdings" panose="05000000000000000000" pitchFamily="2" charset="2"/>
              </a:rPr>
              <a:t>Torquelimit</a:t>
            </a:r>
            <a:r>
              <a:rPr lang="en-US" b="1" dirty="0">
                <a:solidFill>
                  <a:srgbClr val="C00000"/>
                </a:solidFill>
                <a:sym typeface="Wingdings" panose="05000000000000000000" pitchFamily="2" charset="2"/>
              </a:rPr>
              <a:t> to 35 </a:t>
            </a:r>
            <a:r>
              <a:rPr lang="en-US" b="1" dirty="0" err="1">
                <a:solidFill>
                  <a:srgbClr val="C00000"/>
                </a:solidFill>
                <a:sym typeface="Wingdings" panose="05000000000000000000" pitchFamily="2" charset="2"/>
              </a:rPr>
              <a:t>kNm</a:t>
            </a:r>
            <a:endParaRPr lang="en-US" b="1" dirty="0">
              <a:solidFill>
                <a:srgbClr val="C00000"/>
              </a:solidFill>
              <a:sym typeface="Wingdings" panose="05000000000000000000" pitchFamily="2" charset="2"/>
            </a:endParaRPr>
          </a:p>
          <a:p>
            <a:pPr marL="285750" indent="-285750"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b="1" dirty="0">
              <a:latin typeface="+mn-lt"/>
            </a:endParaRPr>
          </a:p>
          <a:p>
            <a:pPr marL="285750" indent="-285750"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b="1" dirty="0">
              <a:latin typeface="+mn-lt"/>
            </a:endParaRPr>
          </a:p>
          <a:p>
            <a:pPr marL="285750" indent="-285750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b="1" dirty="0">
                <a:latin typeface="+mn-lt"/>
              </a:rPr>
              <a:t>Extreme (</a:t>
            </a:r>
            <a:r>
              <a:rPr lang="en-US" b="1" dirty="0" err="1">
                <a:solidFill>
                  <a:srgbClr val="C00000"/>
                </a:solidFill>
                <a:latin typeface="+mn-lt"/>
              </a:rPr>
              <a:t>Torquelimit</a:t>
            </a:r>
            <a:r>
              <a:rPr lang="en-US" b="1" dirty="0">
                <a:solidFill>
                  <a:srgbClr val="C00000"/>
                </a:solidFill>
                <a:latin typeface="+mn-lt"/>
              </a:rPr>
              <a:t> = 35 </a:t>
            </a:r>
            <a:r>
              <a:rPr lang="en-US" b="1" dirty="0" err="1">
                <a:solidFill>
                  <a:srgbClr val="C00000"/>
                </a:solidFill>
                <a:latin typeface="+mn-lt"/>
              </a:rPr>
              <a:t>kNm</a:t>
            </a:r>
            <a:r>
              <a:rPr lang="en-US" b="1" dirty="0">
                <a:latin typeface="+mn-lt"/>
              </a:rPr>
              <a:t>) utilization:</a:t>
            </a:r>
          </a:p>
          <a:p>
            <a:pPr marL="285750" lvl="1" indent="-285750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b="1" dirty="0"/>
              <a:t>Tube/weld stress		</a:t>
            </a:r>
            <a:r>
              <a:rPr lang="en-US" b="1" dirty="0">
                <a:sym typeface="Wingdings" panose="05000000000000000000" pitchFamily="2" charset="2"/>
              </a:rPr>
              <a:t> 87% (without holes)</a:t>
            </a:r>
          </a:p>
          <a:p>
            <a:pPr marL="285750" lvl="1" indent="-285750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b="1" dirty="0"/>
              <a:t>Bolt stress range 		</a:t>
            </a:r>
            <a:r>
              <a:rPr lang="en-US" b="1" dirty="0">
                <a:sym typeface="Wingdings" panose="05000000000000000000" pitchFamily="2" charset="2"/>
              </a:rPr>
              <a:t> ≈100%</a:t>
            </a:r>
          </a:p>
          <a:p>
            <a:pPr marL="285750" lvl="1" indent="-285750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b="1" dirty="0"/>
              <a:t>Bolt contact flange sliding	</a:t>
            </a:r>
            <a:r>
              <a:rPr lang="en-US" b="1" dirty="0">
                <a:sym typeface="Wingdings" panose="05000000000000000000" pitchFamily="2" charset="2"/>
              </a:rPr>
              <a:t> ≈100%</a:t>
            </a:r>
            <a:endParaRPr lang="en-US" b="1" dirty="0">
              <a:latin typeface="+mn-lt"/>
            </a:endParaRPr>
          </a:p>
        </p:txBody>
      </p:sp>
      <p:sp>
        <p:nvSpPr>
          <p:cNvPr id="8" name="Pfeil: nach unten 7">
            <a:extLst>
              <a:ext uri="{FF2B5EF4-FFF2-40B4-BE49-F238E27FC236}">
                <a16:creationId xmlns:a16="http://schemas.microsoft.com/office/drawing/2014/main" id="{AD32C048-3A87-FAB6-ACC3-20F3D0D651EF}"/>
              </a:ext>
            </a:extLst>
          </p:cNvPr>
          <p:cNvSpPr/>
          <p:nvPr/>
        </p:nvSpPr>
        <p:spPr>
          <a:xfrm>
            <a:off x="1992702" y="3942272"/>
            <a:ext cx="1897812" cy="543464"/>
          </a:xfrm>
          <a:prstGeom prst="downArrow">
            <a:avLst/>
          </a:prstGeom>
          <a:ln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180000" indent="-180000" algn="l">
              <a:lnSpc>
                <a:spcPts val="1960"/>
              </a:lnSpc>
              <a:buClr>
                <a:schemeClr val="accent1"/>
              </a:buClr>
              <a:buFont typeface="Wingdings" panose="05000000000000000000" pitchFamily="2" charset="2"/>
              <a:buChar char="§"/>
            </a:pPr>
            <a:endParaRPr lang="en-US" sz="1400" dirty="0">
              <a:solidFill>
                <a:schemeClr val="tx1"/>
              </a:solidFill>
            </a:endParaRP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10D41C2B-7A84-DD19-662E-FA3E9D6431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8333" y="2672787"/>
            <a:ext cx="4281780" cy="3082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6289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26B27507-E9A1-B521-BEB9-C5A66F68C57E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79424" y="476250"/>
            <a:ext cx="8406392" cy="5508625"/>
          </a:xfrm>
          <a:prstGeom prst="rect">
            <a:avLst/>
          </a:prstGeom>
        </p:spPr>
      </p:pic>
      <p:sp>
        <p:nvSpPr>
          <p:cNvPr id="13" name="Rechteck 12">
            <a:extLst>
              <a:ext uri="{FF2B5EF4-FFF2-40B4-BE49-F238E27FC236}">
                <a16:creationId xmlns:a16="http://schemas.microsoft.com/office/drawing/2014/main" id="{FE67AFC9-8363-1009-B2CA-C2680521E0A5}"/>
              </a:ext>
            </a:extLst>
          </p:cNvPr>
          <p:cNvSpPr/>
          <p:nvPr/>
        </p:nvSpPr>
        <p:spPr>
          <a:xfrm>
            <a:off x="5795963" y="1700213"/>
            <a:ext cx="5916612" cy="2279957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180000" indent="-180000" algn="l">
              <a:lnSpc>
                <a:spcPts val="1960"/>
              </a:lnSpc>
              <a:buClr>
                <a:schemeClr val="accent1"/>
              </a:buClr>
              <a:buFont typeface="Wingdings" panose="05000000000000000000" pitchFamily="2" charset="2"/>
              <a:buChar char="§"/>
            </a:pPr>
            <a:endParaRPr lang="de-DE" sz="1400">
              <a:solidFill>
                <a:schemeClr val="tx1"/>
              </a:solidFill>
            </a:endParaRP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AEE86F4-8067-41C3-9F4E-59DECF15F499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E6BEEC3F-C136-4E04-8E02-6DF963A6E721}" type="datetime1">
              <a:rPr lang="de-DE" smtClean="0"/>
              <a:t>02.12.2025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6B39199-8163-4E2B-877D-A4278CEEBA9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de-DE"/>
              <a:t>© Fraunhofer IWES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328CBCE-D55C-45A0-962D-2DB1E9AF589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r>
              <a:rPr lang="de-DE"/>
              <a:t>Seite </a:t>
            </a:r>
            <a:fld id="{401BA3E4-5E55-4F99-AF09-CC6D6B2539E2}" type="slidenum">
              <a:rPr lang="de-DE" smtClean="0"/>
              <a:pPr/>
              <a:t>19</a:t>
            </a:fld>
            <a:endParaRPr lang="de-DE"/>
          </a:p>
        </p:txBody>
      </p:sp>
      <p:sp>
        <p:nvSpPr>
          <p:cNvPr id="17" name="Textplatzhalter 5">
            <a:extLst>
              <a:ext uri="{FF2B5EF4-FFF2-40B4-BE49-F238E27FC236}">
                <a16:creationId xmlns:a16="http://schemas.microsoft.com/office/drawing/2014/main" id="{DACB5796-63A6-3F4B-C1D7-2E7C4836B44F}"/>
              </a:ext>
            </a:extLst>
          </p:cNvPr>
          <p:cNvSpPr txBox="1">
            <a:spLocks/>
          </p:cNvSpPr>
          <p:nvPr/>
        </p:nvSpPr>
        <p:spPr bwMode="gray">
          <a:xfrm>
            <a:off x="5795963" y="1700213"/>
            <a:ext cx="5916612" cy="2279957"/>
          </a:xfrm>
          <a:prstGeom prst="rect">
            <a:avLst/>
          </a:prstGeom>
          <a:gradFill flip="none" rotWithShape="1">
            <a:gsLst>
              <a:gs pos="34000">
                <a:srgbClr val="00779A">
                  <a:alpha val="95000"/>
                </a:srgbClr>
              </a:gs>
              <a:gs pos="0">
                <a:srgbClr val="014A6B">
                  <a:alpha val="95000"/>
                </a:srgbClr>
              </a:gs>
              <a:gs pos="74000">
                <a:schemeClr val="accent5">
                  <a:lumMod val="90000"/>
                  <a:lumOff val="10000"/>
                  <a:alpha val="95000"/>
                </a:schemeClr>
              </a:gs>
              <a:gs pos="100000">
                <a:srgbClr val="09B2AC">
                  <a:alpha val="95000"/>
                </a:srgbClr>
              </a:gs>
            </a:gsLst>
            <a:path path="circle">
              <a:fillToRect r="100000" b="100000"/>
            </a:path>
            <a:tileRect l="-100000" t="-100000"/>
          </a:gradFill>
        </p:spPr>
        <p:txBody>
          <a:bodyPr vert="horz" lIns="486000" tIns="360000" rIns="360000" bIns="360000" rtlCol="0" anchor="t">
            <a:sp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32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ts val="3500"/>
              </a:lnSpc>
              <a:spcBef>
                <a:spcPts val="0"/>
              </a:spcBef>
              <a:spcAft>
                <a:spcPts val="1600"/>
              </a:spcAft>
              <a:buFont typeface="Arial" panose="020B0604020202020204" pitchFamily="34" charset="0"/>
              <a:buNone/>
              <a:defRPr sz="4160" b="0" kern="1200">
                <a:solidFill>
                  <a:schemeClr val="bg1"/>
                </a:solidFill>
                <a:latin typeface="Frutiger LT Com 75 Black" panose="020B0A03040504030204" pitchFamily="34" charset="0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ts val="2080"/>
              </a:lnSpc>
              <a:spcBef>
                <a:spcPts val="2080"/>
              </a:spcBef>
              <a:spcAft>
                <a:spcPts val="0"/>
              </a:spcAft>
              <a:buClr>
                <a:schemeClr val="accent1"/>
              </a:buClr>
              <a:buFont typeface="Wingdings" panose="05000000000000000000" pitchFamily="2" charset="2"/>
              <a:buNone/>
              <a:defRPr sz="1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36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4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6000" indent="-216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+mj-lt"/>
              <a:buAutoNum type="arabicPeriod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32000" indent="-216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bg2"/>
              </a:buClr>
              <a:buFont typeface="+mj-lt"/>
              <a:buAutoNum type="arabicPeriod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48000" indent="-216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bg2"/>
              </a:buClr>
              <a:buFont typeface="+mj-lt"/>
              <a:buAutoNum type="arabicPeriod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3200">
                <a:latin typeface="+mn-lt"/>
              </a:rPr>
              <a:t>Vielen Dank für Ihre Aufmerksamkeit!</a:t>
            </a:r>
          </a:p>
          <a:p>
            <a:pPr lvl="1"/>
            <a:r>
              <a:rPr lang="de-DE"/>
              <a:t>—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9D376E16-F213-89A6-76DD-10B4744484AC}"/>
              </a:ext>
            </a:extLst>
          </p:cNvPr>
          <p:cNvSpPr txBox="1"/>
          <p:nvPr/>
        </p:nvSpPr>
        <p:spPr>
          <a:xfrm>
            <a:off x="7025006" y="5687850"/>
            <a:ext cx="1771375" cy="2185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lnSpc>
                <a:spcPts val="1960"/>
              </a:lnSpc>
              <a:buClr>
                <a:schemeClr val="accent1"/>
              </a:buClr>
            </a:pPr>
            <a:r>
              <a:rPr lang="de-DE" sz="800">
                <a:solidFill>
                  <a:schemeClr val="bg1"/>
                </a:solidFill>
              </a:rPr>
              <a:t>© </a:t>
            </a:r>
            <a:r>
              <a:rPr lang="de-DE" sz="800" b="0" i="0">
                <a:solidFill>
                  <a:schemeClr val="bg1"/>
                </a:solidFill>
                <a:effectLst/>
              </a:rPr>
              <a:t>Fraunhofer IWES/Frank Bauer</a:t>
            </a:r>
            <a:endParaRPr lang="de-DE" sz="800"/>
          </a:p>
        </p:txBody>
      </p:sp>
    </p:spTree>
    <p:extLst>
      <p:ext uri="{BB962C8B-B14F-4D97-AF65-F5344CB8AC3E}">
        <p14:creationId xmlns:p14="http://schemas.microsoft.com/office/powerpoint/2010/main" val="362239200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Fraunhofer_Master_16-9">
  <a:themeElements>
    <a:clrScheme name="Fraunhofer_Color">
      <a:dk1>
        <a:sysClr val="windowText" lastClr="000000"/>
      </a:dk1>
      <a:lt1>
        <a:sysClr val="window" lastClr="FFFFFF"/>
      </a:lt1>
      <a:dk2>
        <a:srgbClr val="F58220"/>
      </a:dk2>
      <a:lt2>
        <a:srgbClr val="A6BBC8"/>
      </a:lt2>
      <a:accent1>
        <a:srgbClr val="179C7D"/>
      </a:accent1>
      <a:accent2>
        <a:srgbClr val="005B7F"/>
      </a:accent2>
      <a:accent3>
        <a:srgbClr val="A6BBC8"/>
      </a:accent3>
      <a:accent4>
        <a:srgbClr val="008598"/>
      </a:accent4>
      <a:accent5>
        <a:srgbClr val="39C1CD"/>
      </a:accent5>
      <a:accent6>
        <a:srgbClr val="B2D235"/>
      </a:accent6>
      <a:hlink>
        <a:srgbClr val="179C7D"/>
      </a:hlink>
      <a:folHlink>
        <a:srgbClr val="005B7F"/>
      </a:folHlink>
    </a:clrScheme>
    <a:fontScheme name="Fraunhofer_Fonts">
      <a:majorFont>
        <a:latin typeface="Frutiger LT Com 65 Bold"/>
        <a:ea typeface=""/>
        <a:cs typeface=""/>
      </a:majorFont>
      <a:minorFont>
        <a:latin typeface="Frutiger LT Com 45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E5EEF2"/>
        </a:solidFill>
        <a:ln w="9525">
          <a:noFill/>
        </a:ln>
      </a:spPr>
      <a:bodyPr lIns="108000" tIns="108000" rIns="108000" bIns="108000" rtlCol="0" anchor="ctr"/>
      <a:lstStyle>
        <a:defPPr marL="180000" indent="-180000" algn="l">
          <a:lnSpc>
            <a:spcPts val="1960"/>
          </a:lnSpc>
          <a:buClr>
            <a:schemeClr val="accent1"/>
          </a:buClr>
          <a:buFont typeface="Wingdings" panose="05000000000000000000" pitchFamily="2" charset="2"/>
          <a:buChar char="§"/>
          <a:defRPr sz="1400" dirty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bg2"/>
          </a:solidFill>
          <a:headEnd type="none" w="med" len="med"/>
          <a:tailEnd type="none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 marL="180000" indent="-180000" algn="l">
          <a:lnSpc>
            <a:spcPts val="1960"/>
          </a:lnSpc>
          <a:buClr>
            <a:schemeClr val="accent1"/>
          </a:buClr>
          <a:buFont typeface="Wingdings" panose="05000000000000000000" pitchFamily="2" charset="2"/>
          <a:buChar char="§"/>
          <a:defRPr sz="1400" dirty="0" smtClean="0"/>
        </a:defPPr>
      </a:lstStyle>
    </a:txDef>
  </a:objectDefaults>
  <a:extraClrSchemeLst/>
  <a:custClrLst>
    <a:custClr>
      <a:srgbClr val="179C7D"/>
    </a:custClr>
    <a:custClr>
      <a:srgbClr val="005B7F"/>
    </a:custClr>
    <a:custClr>
      <a:srgbClr val="A6BBC8"/>
    </a:custClr>
    <a:custClr>
      <a:srgbClr val="F58220"/>
    </a:custClr>
    <a:custClr>
      <a:srgbClr val="FFFFFF"/>
    </a:custClr>
    <a:custClr>
      <a:srgbClr val="337C99"/>
    </a:custClr>
    <a:custClr>
      <a:srgbClr val="669DB2"/>
    </a:custClr>
    <a:custClr>
      <a:srgbClr val="99BDCC"/>
    </a:custClr>
    <a:custClr>
      <a:srgbClr val="CCDEE5"/>
    </a:custClr>
    <a:custClr>
      <a:srgbClr val="E5EEF2"/>
    </a:custClr>
    <a:custClr>
      <a:srgbClr val="1C3F52"/>
    </a:custClr>
    <a:custClr>
      <a:srgbClr val="D3C7AE"/>
    </a:custClr>
    <a:custClr>
      <a:srgbClr val="008598"/>
    </a:custClr>
    <a:custClr>
      <a:srgbClr val="39C1CD"/>
    </a:custClr>
    <a:custClr>
      <a:srgbClr val="B2D235"/>
    </a:custClr>
    <a:custClr>
      <a:srgbClr val="FDB913"/>
    </a:custClr>
    <a:custClr>
      <a:srgbClr val="BB0056"/>
    </a:custClr>
    <a:custClr>
      <a:srgbClr val="7C154D"/>
    </a:custClr>
    <a:custClr>
      <a:srgbClr val="FFFFFF"/>
    </a:custClr>
    <a:custClr>
      <a:srgbClr val="FFFFFF"/>
    </a:custClr>
  </a:custClrLst>
  <a:extLst>
    <a:ext uri="{05A4C25C-085E-4340-85A3-A5531E510DB2}">
      <thm15:themeFamily xmlns:thm15="http://schemas.microsoft.com/office/thememl/2012/main" name="PPT_IWES_VORLAGE_deutsch" id="{EBA49C5D-9008-4154-A922-F08B140E7A2F}" vid="{092652EF-BB64-4C80-A36D-2E60A954C7F6}"/>
    </a:ext>
  </a:extLst>
</a:theme>
</file>

<file path=ppt/theme/theme2.xml><?xml version="1.0" encoding="utf-8"?>
<a:theme xmlns:a="http://schemas.openxmlformats.org/drawingml/2006/main" name="Office">
  <a:themeElements>
    <a:clrScheme name="Fraunhofer_Color">
      <a:dk1>
        <a:sysClr val="windowText" lastClr="000000"/>
      </a:dk1>
      <a:lt1>
        <a:sysClr val="window" lastClr="FFFFFF"/>
      </a:lt1>
      <a:dk2>
        <a:srgbClr val="F58220"/>
      </a:dk2>
      <a:lt2>
        <a:srgbClr val="A6BBC8"/>
      </a:lt2>
      <a:accent1>
        <a:srgbClr val="179C7D"/>
      </a:accent1>
      <a:accent2>
        <a:srgbClr val="005B7F"/>
      </a:accent2>
      <a:accent3>
        <a:srgbClr val="A6BBC8"/>
      </a:accent3>
      <a:accent4>
        <a:srgbClr val="008598"/>
      </a:accent4>
      <a:accent5>
        <a:srgbClr val="39C1CD"/>
      </a:accent5>
      <a:accent6>
        <a:srgbClr val="B2D235"/>
      </a:accent6>
      <a:hlink>
        <a:srgbClr val="179C7D"/>
      </a:hlink>
      <a:folHlink>
        <a:srgbClr val="005B7F"/>
      </a:folHlink>
    </a:clrScheme>
    <a:fontScheme name="Fraunhofer_Fonts">
      <a:majorFont>
        <a:latin typeface="Frutiger LT Com 65 Bold"/>
        <a:ea typeface=""/>
        <a:cs typeface=""/>
      </a:majorFont>
      <a:minorFont>
        <a:latin typeface="Frutiger LT Com 45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Fraunhofer_Color">
      <a:dk1>
        <a:sysClr val="windowText" lastClr="000000"/>
      </a:dk1>
      <a:lt1>
        <a:sysClr val="window" lastClr="FFFFFF"/>
      </a:lt1>
      <a:dk2>
        <a:srgbClr val="F58220"/>
      </a:dk2>
      <a:lt2>
        <a:srgbClr val="A6BBC8"/>
      </a:lt2>
      <a:accent1>
        <a:srgbClr val="179C7D"/>
      </a:accent1>
      <a:accent2>
        <a:srgbClr val="005B7F"/>
      </a:accent2>
      <a:accent3>
        <a:srgbClr val="A6BBC8"/>
      </a:accent3>
      <a:accent4>
        <a:srgbClr val="008598"/>
      </a:accent4>
      <a:accent5>
        <a:srgbClr val="39C1CD"/>
      </a:accent5>
      <a:accent6>
        <a:srgbClr val="B2D235"/>
      </a:accent6>
      <a:hlink>
        <a:srgbClr val="179C7D"/>
      </a:hlink>
      <a:folHlink>
        <a:srgbClr val="005B7F"/>
      </a:folHlink>
    </a:clrScheme>
    <a:fontScheme name="Fraunhofer_Fonts">
      <a:majorFont>
        <a:latin typeface="Frutiger LT Com 65 Bold"/>
        <a:ea typeface=""/>
        <a:cs typeface=""/>
      </a:majorFont>
      <a:minorFont>
        <a:latin typeface="Frutiger LT Com 45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D65D0CA7976AAC4494F59AFD1FB5EA03" ma:contentTypeVersion="14" ma:contentTypeDescription="Ein neues Dokument erstellen." ma:contentTypeScope="" ma:versionID="56c02524401836237ee5fabcd343a5e3">
  <xsd:schema xmlns:xsd="http://www.w3.org/2001/XMLSchema" xmlns:xs="http://www.w3.org/2001/XMLSchema" xmlns:p="http://schemas.microsoft.com/office/2006/metadata/properties" xmlns:ns2="fa459f8e-0c26-4240-bbab-23c0df1264e4" xmlns:ns3="d904532b-3b70-4b7f-9f52-e4a69e7d602a" targetNamespace="http://schemas.microsoft.com/office/2006/metadata/properties" ma:root="true" ma:fieldsID="257ad988e02636a72fa096af462083a1" ns2:_="" ns3:_="">
    <xsd:import namespace="fa459f8e-0c26-4240-bbab-23c0df1264e4"/>
    <xsd:import namespace="d904532b-3b70-4b7f-9f52-e4a69e7d602a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a459f8e-0c26-4240-bbab-23c0df1264e4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Bildmarkierungen" ma:readOnly="false" ma:fieldId="{5cf76f15-5ced-4ddc-b409-7134ff3c332f}" ma:taxonomyMulti="true" ma:sspId="6eb20c4f-c5c2-492b-9954-d638c64bfe9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904532b-3b70-4b7f-9f52-e4a69e7d602a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ce1b0905-14bc-40f7-819c-184009eb50c2}" ma:internalName="TaxCatchAll" ma:showField="CatchAllData" ma:web="d904532b-3b70-4b7f-9f52-e4a69e7d602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9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a459f8e-0c26-4240-bbab-23c0df1264e4">
      <Terms xmlns="http://schemas.microsoft.com/office/infopath/2007/PartnerControls"/>
    </lcf76f155ced4ddcb4097134ff3c332f>
    <TaxCatchAll xmlns="d904532b-3b70-4b7f-9f52-e4a69e7d602a" xsi:nil="true"/>
    <SharedWithUsers xmlns="d904532b-3b70-4b7f-9f52-e4a69e7d602a">
      <UserInfo>
        <DisplayName>Große, Peter</DisplayName>
        <AccountId>743</AccountId>
        <AccountType/>
      </UserInfo>
      <UserInfo>
        <DisplayName>Feja, Paul Robert</DisplayName>
        <AccountId>14</AccountId>
        <AccountType/>
      </UserInfo>
      <UserInfo>
        <DisplayName>Kyling, Hans</DisplayName>
        <AccountId>7</AccountId>
        <AccountType/>
      </UserInfo>
    </SharedWithUsers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93B4304-FC6D-4367-9E49-80554AE14EE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a459f8e-0c26-4240-bbab-23c0df1264e4"/>
    <ds:schemaRef ds:uri="d904532b-3b70-4b7f-9f52-e4a69e7d602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A3C3931-0EFD-4274-9964-C31465372A13}">
  <ds:schemaRefs>
    <ds:schemaRef ds:uri="http://purl.org/dc/terms/"/>
    <ds:schemaRef ds:uri="http://schemas.openxmlformats.org/package/2006/metadata/core-properties"/>
    <ds:schemaRef ds:uri="http://www.w3.org/XML/1998/namespace"/>
    <ds:schemaRef ds:uri="http://schemas.microsoft.com/office/2006/metadata/properties"/>
    <ds:schemaRef ds:uri="http://purl.org/dc/dcmitype/"/>
    <ds:schemaRef ds:uri="a9e18f9b-30e6-49bc-b414-8476344b0b96"/>
    <ds:schemaRef ds:uri="http://schemas.microsoft.com/office/2006/documentManagement/types"/>
    <ds:schemaRef ds:uri="http://schemas.microsoft.com/office/infopath/2007/PartnerControls"/>
    <ds:schemaRef ds:uri="12cd998e-b4d0-40cb-b176-2dc56e991d34"/>
    <ds:schemaRef ds:uri="http://purl.org/dc/elements/1.1/"/>
    <ds:schemaRef ds:uri="fa459f8e-0c26-4240-bbab-23c0df1264e4"/>
    <ds:schemaRef ds:uri="d904532b-3b70-4b7f-9f52-e4a69e7d602a"/>
  </ds:schemaRefs>
</ds:datastoreItem>
</file>

<file path=customXml/itemProps3.xml><?xml version="1.0" encoding="utf-8"?>
<ds:datastoreItem xmlns:ds="http://schemas.openxmlformats.org/officeDocument/2006/customXml" ds:itemID="{BE5836D6-1C77-44C8-874D-8B20173ED00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2023_09_04_Kosten_rotiertes_Setup</Template>
  <TotalTime>124</TotalTime>
  <Words>902</Words>
  <Application>Microsoft Office PowerPoint</Application>
  <PresentationFormat>Widescreen</PresentationFormat>
  <Paragraphs>181</Paragraphs>
  <Slides>19</Slides>
  <Notes>3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Arial</vt:lpstr>
      <vt:lpstr>Frutiger LT Com 45 Light</vt:lpstr>
      <vt:lpstr>Frutiger LT Com 65 Bold</vt:lpstr>
      <vt:lpstr>Frutiger LT Com 75 Black</vt:lpstr>
      <vt:lpstr>Wingdings</vt:lpstr>
      <vt:lpstr>Fraunhofer_Master_16-9</vt:lpstr>
      <vt:lpstr>think-cell Folie</vt:lpstr>
      <vt:lpstr>PowerPoint Presentation</vt:lpstr>
      <vt:lpstr>Adapter to cardan shaft</vt:lpstr>
      <vt:lpstr>Adapter to cardan shaft</vt:lpstr>
      <vt:lpstr>Adapter to cardan shaft</vt:lpstr>
      <vt:lpstr>Adapter to cardan shaft</vt:lpstr>
      <vt:lpstr>Adapter to cardan shaft</vt:lpstr>
      <vt:lpstr>Adapter to cardan shaft</vt:lpstr>
      <vt:lpstr>Adapter to cardan shaft</vt:lpstr>
      <vt:lpstr>Adapter to cardan shaft</vt:lpstr>
      <vt:lpstr>Adapter to cardan shaft</vt:lpstr>
      <vt:lpstr>Adapter to cardan shaft</vt:lpstr>
      <vt:lpstr>Adapter to cardan shaft</vt:lpstr>
      <vt:lpstr>Adapter to cardan shaft</vt:lpstr>
      <vt:lpstr>Adapter to cardan shaft</vt:lpstr>
      <vt:lpstr>Adapter to cardan shaft</vt:lpstr>
      <vt:lpstr>Adapter to cardan shaft</vt:lpstr>
      <vt:lpstr>Adapter to cardan shaft</vt:lpstr>
      <vt:lpstr>Adapter to cardan shaft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Heller, Marcel</dc:creator>
  <cp:lastModifiedBy>Deepak P</cp:lastModifiedBy>
  <cp:revision>25</cp:revision>
  <dcterms:created xsi:type="dcterms:W3CDTF">2023-09-04T05:10:59Z</dcterms:created>
  <dcterms:modified xsi:type="dcterms:W3CDTF">2025-12-02T20:14:07Z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0x010100D65D0CA7976AAC4494F59AFD1FB5EA03</vt:lpwstr>
  </property>
  <property fmtid="{D5CDD505-2E9C-101B-9397-08002B2CF9AE}" pid="3" name="MediaServiceImageTags">
    <vt:lpwstr/>
  </property>
  <property fmtid="{D5CDD505-2E9C-101B-9397-08002B2CF9AE}" pid="4" name="xd_ProgID">
    <vt:lpwstr/>
  </property>
  <property fmtid="{D5CDD505-2E9C-101B-9397-08002B2CF9AE}" pid="5" name="ComplianceAssetId">
    <vt:lpwstr/>
  </property>
  <property fmtid="{D5CDD505-2E9C-101B-9397-08002B2CF9AE}" pid="6" name="TemplateUrl">
    <vt:lpwstr/>
  </property>
  <property fmtid="{D5CDD505-2E9C-101B-9397-08002B2CF9AE}" pid="7" name="_ExtendedDescription">
    <vt:lpwstr/>
  </property>
  <property fmtid="{D5CDD505-2E9C-101B-9397-08002B2CF9AE}" pid="8" name="TriggerFlowInfo">
    <vt:lpwstr/>
  </property>
  <property fmtid="{D5CDD505-2E9C-101B-9397-08002B2CF9AE}" pid="9" name="xd_Signature">
    <vt:bool>false</vt:bool>
  </property>
  <property fmtid="{D5CDD505-2E9C-101B-9397-08002B2CF9AE}" pid="10" name="SharedWithUsers">
    <vt:lpwstr>743;#Große, Peter;#14;#Feja, Paul Robert;#7;#Kyling, Hans</vt:lpwstr>
  </property>
</Properties>
</file>